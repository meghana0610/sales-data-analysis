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16"/>
  </p:notesMasterIdLst>
  <p:sldIdLst>
    <p:sldId id="256" r:id="rId2"/>
    <p:sldId id="257" r:id="rId3"/>
    <p:sldId id="271" r:id="rId4"/>
    <p:sldId id="272" r:id="rId5"/>
    <p:sldId id="258" r:id="rId6"/>
    <p:sldId id="267" r:id="rId7"/>
    <p:sldId id="270" r:id="rId8"/>
    <p:sldId id="259" r:id="rId9"/>
    <p:sldId id="268" r:id="rId10"/>
    <p:sldId id="262" r:id="rId11"/>
    <p:sldId id="269" r:id="rId12"/>
    <p:sldId id="273" r:id="rId13"/>
    <p:sldId id="264" r:id="rId14"/>
    <p:sldId id="265" r:id="rId15"/>
  </p:sldIdLst>
  <p:sldSz cx="9144000" cy="5143500" type="screen16x9"/>
  <p:notesSz cx="6858000" cy="9144000"/>
  <p:embeddedFontLst>
    <p:embeddedFont>
      <p:font typeface="Assistant SemiBold" panose="020B0604020202020204" charset="-79"/>
      <p:regular r:id="rId17"/>
      <p:bold r:id="rId18"/>
    </p:embeddedFont>
    <p:embeddedFont>
      <p:font typeface="Assistant" panose="020B0604020202020204" charset="-79"/>
      <p:regular r:id="rId19"/>
      <p:bold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7" d="100"/>
          <a:sy n="127" d="100"/>
        </p:scale>
        <p:origin x="104" y="1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b56d264711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b56d264711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56d264711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b56d264711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b56d264711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b56d264711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39175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e5741ba4af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e5741ba4af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4272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b56d26471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b56d26471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e5741ba4af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e5741ba4af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709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b56d26471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b56d26471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655981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5741ba4af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e5741ba4af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b56d26471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b56d26471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8842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e5741ba4af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3e5741ba4af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e5741ba4a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e5741ba4a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1181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3e5741ba4af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3e5741ba4af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20979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e5741ba4af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e5741ba4af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b647448be2_1_4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b647448be2_1_4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1" type="title">
  <p:cSld name="TITLE">
    <p:spTree>
      <p:nvGrpSpPr>
        <p:cNvPr id="1" name="Shape 12"/>
        <p:cNvGrpSpPr/>
        <p:nvPr/>
      </p:nvGrpSpPr>
      <p:grpSpPr>
        <a:xfrm>
          <a:off x="0" y="0"/>
          <a:ext cx="0" cy="0"/>
          <a:chOff x="0" y="0"/>
          <a:chExt cx="0" cy="0"/>
        </a:xfrm>
      </p:grpSpPr>
      <p:sp>
        <p:nvSpPr>
          <p:cNvPr id="13" name="Google Shape;13;p2"/>
          <p:cNvSpPr txBox="1">
            <a:spLocks noGrp="1"/>
          </p:cNvSpPr>
          <p:nvPr>
            <p:ph type="ctrTitle"/>
          </p:nvPr>
        </p:nvSpPr>
        <p:spPr>
          <a:xfrm>
            <a:off x="311700" y="1239060"/>
            <a:ext cx="6089100" cy="1776300"/>
          </a:xfrm>
          <a:prstGeom prst="rect">
            <a:avLst/>
          </a:prstGeom>
        </p:spPr>
        <p:txBody>
          <a:bodyPr spcFirstLastPara="1" wrap="square" lIns="91425" tIns="91425" rIns="91425" bIns="91425" anchor="b" anchorCtr="0">
            <a:normAutofit/>
          </a:bodyPr>
          <a:lstStyle>
            <a:lvl1pPr lvl="0">
              <a:lnSpc>
                <a:spcPct val="100000"/>
              </a:lnSpc>
              <a:spcBef>
                <a:spcPts val="0"/>
              </a:spcBef>
              <a:spcAft>
                <a:spcPts val="0"/>
              </a:spcAft>
              <a:buClr>
                <a:schemeClr val="accent1"/>
              </a:buClr>
              <a:buSzPts val="5200"/>
              <a:buNone/>
              <a:defRPr sz="5200">
                <a:solidFill>
                  <a:schemeClr val="accent1"/>
                </a:solidFill>
              </a:defRPr>
            </a:lvl1pPr>
            <a:lvl2pPr lvl="1">
              <a:lnSpc>
                <a:spcPct val="100000"/>
              </a:lnSpc>
              <a:spcBef>
                <a:spcPts val="0"/>
              </a:spcBef>
              <a:spcAft>
                <a:spcPts val="0"/>
              </a:spcAft>
              <a:buClr>
                <a:schemeClr val="accent1"/>
              </a:buClr>
              <a:buSzPts val="5200"/>
              <a:buNone/>
              <a:defRPr sz="5200">
                <a:solidFill>
                  <a:schemeClr val="accent1"/>
                </a:solidFill>
              </a:defRPr>
            </a:lvl2pPr>
            <a:lvl3pPr lvl="2">
              <a:lnSpc>
                <a:spcPct val="100000"/>
              </a:lnSpc>
              <a:spcBef>
                <a:spcPts val="0"/>
              </a:spcBef>
              <a:spcAft>
                <a:spcPts val="0"/>
              </a:spcAft>
              <a:buClr>
                <a:schemeClr val="accent1"/>
              </a:buClr>
              <a:buSzPts val="5200"/>
              <a:buNone/>
              <a:defRPr sz="5200">
                <a:solidFill>
                  <a:schemeClr val="accent1"/>
                </a:solidFill>
              </a:defRPr>
            </a:lvl3pPr>
            <a:lvl4pPr lvl="3">
              <a:lnSpc>
                <a:spcPct val="100000"/>
              </a:lnSpc>
              <a:spcBef>
                <a:spcPts val="0"/>
              </a:spcBef>
              <a:spcAft>
                <a:spcPts val="0"/>
              </a:spcAft>
              <a:buClr>
                <a:schemeClr val="accent1"/>
              </a:buClr>
              <a:buSzPts val="5200"/>
              <a:buNone/>
              <a:defRPr sz="5200">
                <a:solidFill>
                  <a:schemeClr val="accent1"/>
                </a:solidFill>
              </a:defRPr>
            </a:lvl4pPr>
            <a:lvl5pPr lvl="4">
              <a:lnSpc>
                <a:spcPct val="100000"/>
              </a:lnSpc>
              <a:spcBef>
                <a:spcPts val="0"/>
              </a:spcBef>
              <a:spcAft>
                <a:spcPts val="0"/>
              </a:spcAft>
              <a:buClr>
                <a:schemeClr val="accent1"/>
              </a:buClr>
              <a:buSzPts val="5200"/>
              <a:buNone/>
              <a:defRPr sz="5200">
                <a:solidFill>
                  <a:schemeClr val="accent1"/>
                </a:solidFill>
              </a:defRPr>
            </a:lvl5pPr>
            <a:lvl6pPr lvl="5">
              <a:lnSpc>
                <a:spcPct val="100000"/>
              </a:lnSpc>
              <a:spcBef>
                <a:spcPts val="0"/>
              </a:spcBef>
              <a:spcAft>
                <a:spcPts val="0"/>
              </a:spcAft>
              <a:buClr>
                <a:schemeClr val="accent1"/>
              </a:buClr>
              <a:buSzPts val="5200"/>
              <a:buNone/>
              <a:defRPr sz="5200">
                <a:solidFill>
                  <a:schemeClr val="accent1"/>
                </a:solidFill>
              </a:defRPr>
            </a:lvl6pPr>
            <a:lvl7pPr lvl="6">
              <a:lnSpc>
                <a:spcPct val="100000"/>
              </a:lnSpc>
              <a:spcBef>
                <a:spcPts val="0"/>
              </a:spcBef>
              <a:spcAft>
                <a:spcPts val="0"/>
              </a:spcAft>
              <a:buClr>
                <a:schemeClr val="accent1"/>
              </a:buClr>
              <a:buSzPts val="5200"/>
              <a:buNone/>
              <a:defRPr sz="5200">
                <a:solidFill>
                  <a:schemeClr val="accent1"/>
                </a:solidFill>
              </a:defRPr>
            </a:lvl7pPr>
            <a:lvl8pPr lvl="7">
              <a:lnSpc>
                <a:spcPct val="100000"/>
              </a:lnSpc>
              <a:spcBef>
                <a:spcPts val="0"/>
              </a:spcBef>
              <a:spcAft>
                <a:spcPts val="0"/>
              </a:spcAft>
              <a:buClr>
                <a:schemeClr val="accent1"/>
              </a:buClr>
              <a:buSzPts val="5200"/>
              <a:buNone/>
              <a:defRPr sz="5200">
                <a:solidFill>
                  <a:schemeClr val="accent1"/>
                </a:solidFill>
              </a:defRPr>
            </a:lvl8pPr>
            <a:lvl9pPr lvl="8">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14" name="Google Shape;14;p2"/>
          <p:cNvSpPr txBox="1">
            <a:spLocks noGrp="1"/>
          </p:cNvSpPr>
          <p:nvPr>
            <p:ph type="subTitle" idx="1"/>
          </p:nvPr>
        </p:nvSpPr>
        <p:spPr>
          <a:xfrm>
            <a:off x="311700" y="3015350"/>
            <a:ext cx="6089100" cy="792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1"/>
              </a:buClr>
              <a:buSzPts val="2800"/>
              <a:buNone/>
              <a:defRPr sz="2800">
                <a:solidFill>
                  <a:schemeClr val="accent1"/>
                </a:solidFill>
              </a:defRPr>
            </a:lvl1pPr>
            <a:lvl2pPr lvl="1" algn="ctr">
              <a:lnSpc>
                <a:spcPct val="100000"/>
              </a:lnSpc>
              <a:spcBef>
                <a:spcPts val="0"/>
              </a:spcBef>
              <a:spcAft>
                <a:spcPts val="0"/>
              </a:spcAft>
              <a:buClr>
                <a:schemeClr val="accent1"/>
              </a:buClr>
              <a:buSzPts val="2800"/>
              <a:buNone/>
              <a:defRPr sz="2800">
                <a:solidFill>
                  <a:schemeClr val="accent1"/>
                </a:solidFill>
              </a:defRPr>
            </a:lvl2pPr>
            <a:lvl3pPr lvl="2" algn="ctr">
              <a:lnSpc>
                <a:spcPct val="100000"/>
              </a:lnSpc>
              <a:spcBef>
                <a:spcPts val="0"/>
              </a:spcBef>
              <a:spcAft>
                <a:spcPts val="0"/>
              </a:spcAft>
              <a:buClr>
                <a:schemeClr val="accent1"/>
              </a:buClr>
              <a:buSzPts val="2800"/>
              <a:buNone/>
              <a:defRPr sz="2800">
                <a:solidFill>
                  <a:schemeClr val="accent1"/>
                </a:solidFill>
              </a:defRPr>
            </a:lvl3pPr>
            <a:lvl4pPr lvl="3" algn="ctr">
              <a:lnSpc>
                <a:spcPct val="100000"/>
              </a:lnSpc>
              <a:spcBef>
                <a:spcPts val="0"/>
              </a:spcBef>
              <a:spcAft>
                <a:spcPts val="0"/>
              </a:spcAft>
              <a:buClr>
                <a:schemeClr val="accent1"/>
              </a:buClr>
              <a:buSzPts val="2800"/>
              <a:buNone/>
              <a:defRPr sz="2800">
                <a:solidFill>
                  <a:schemeClr val="accent1"/>
                </a:solidFill>
              </a:defRPr>
            </a:lvl4pPr>
            <a:lvl5pPr lvl="4" algn="ctr">
              <a:lnSpc>
                <a:spcPct val="100000"/>
              </a:lnSpc>
              <a:spcBef>
                <a:spcPts val="0"/>
              </a:spcBef>
              <a:spcAft>
                <a:spcPts val="0"/>
              </a:spcAft>
              <a:buClr>
                <a:schemeClr val="accent1"/>
              </a:buClr>
              <a:buSzPts val="2800"/>
              <a:buNone/>
              <a:defRPr sz="2800">
                <a:solidFill>
                  <a:schemeClr val="accent1"/>
                </a:solidFill>
              </a:defRPr>
            </a:lvl5pPr>
            <a:lvl6pPr lvl="5" algn="ctr">
              <a:lnSpc>
                <a:spcPct val="100000"/>
              </a:lnSpc>
              <a:spcBef>
                <a:spcPts val="0"/>
              </a:spcBef>
              <a:spcAft>
                <a:spcPts val="0"/>
              </a:spcAft>
              <a:buClr>
                <a:schemeClr val="accent1"/>
              </a:buClr>
              <a:buSzPts val="2800"/>
              <a:buNone/>
              <a:defRPr sz="2800">
                <a:solidFill>
                  <a:schemeClr val="accent1"/>
                </a:solidFill>
              </a:defRPr>
            </a:lvl6pPr>
            <a:lvl7pPr lvl="6" algn="ctr">
              <a:lnSpc>
                <a:spcPct val="100000"/>
              </a:lnSpc>
              <a:spcBef>
                <a:spcPts val="0"/>
              </a:spcBef>
              <a:spcAft>
                <a:spcPts val="0"/>
              </a:spcAft>
              <a:buClr>
                <a:schemeClr val="accent1"/>
              </a:buClr>
              <a:buSzPts val="2800"/>
              <a:buNone/>
              <a:defRPr sz="2800">
                <a:solidFill>
                  <a:schemeClr val="accent1"/>
                </a:solidFill>
              </a:defRPr>
            </a:lvl7pPr>
            <a:lvl8pPr lvl="7" algn="ctr">
              <a:lnSpc>
                <a:spcPct val="100000"/>
              </a:lnSpc>
              <a:spcBef>
                <a:spcPts val="0"/>
              </a:spcBef>
              <a:spcAft>
                <a:spcPts val="0"/>
              </a:spcAft>
              <a:buClr>
                <a:schemeClr val="accent1"/>
              </a:buClr>
              <a:buSzPts val="2800"/>
              <a:buNone/>
              <a:defRPr sz="2800">
                <a:solidFill>
                  <a:schemeClr val="accent1"/>
                </a:solidFill>
              </a:defRPr>
            </a:lvl8pPr>
            <a:lvl9pPr lvl="8" algn="ctr">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15" name="Google Shape;15;p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16" name="Google Shape;16;p2"/>
          <p:cNvGrpSpPr/>
          <p:nvPr/>
        </p:nvGrpSpPr>
        <p:grpSpPr>
          <a:xfrm>
            <a:off x="311726" y="342910"/>
            <a:ext cx="2560425" cy="520904"/>
            <a:chOff x="311726" y="342910"/>
            <a:chExt cx="2560425" cy="520904"/>
          </a:xfrm>
        </p:grpSpPr>
        <p:sp>
          <p:nvSpPr>
            <p:cNvPr id="17" name="Google Shape;17;p2"/>
            <p:cNvSpPr/>
            <p:nvPr/>
          </p:nvSpPr>
          <p:spPr>
            <a:xfrm>
              <a:off x="311726" y="342910"/>
              <a:ext cx="2560425" cy="520904"/>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8" name="Google Shape;18;p2"/>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
        <p:nvSpPr>
          <p:cNvPr id="19" name="Google Shape;19;p2"/>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7000" y="-7000"/>
            <a:ext cx="9144000" cy="255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931400" y="0"/>
            <a:ext cx="219600" cy="5154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000" y="4798125"/>
            <a:ext cx="9144000" cy="356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25" name="Google Shape;25;p2"/>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26" name="Google Shape;26;p2"/>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2">
  <p:cSld name="TITLE_1">
    <p:spTree>
      <p:nvGrpSpPr>
        <p:cNvPr id="1" name="Shape 27"/>
        <p:cNvGrpSpPr/>
        <p:nvPr/>
      </p:nvGrpSpPr>
      <p:grpSpPr>
        <a:xfrm>
          <a:off x="0" y="0"/>
          <a:ext cx="0" cy="0"/>
          <a:chOff x="0" y="0"/>
          <a:chExt cx="0" cy="0"/>
        </a:xfrm>
      </p:grpSpPr>
      <p:sp>
        <p:nvSpPr>
          <p:cNvPr id="28" name="Google Shape;28;p3"/>
          <p:cNvSpPr txBox="1">
            <a:spLocks noGrp="1"/>
          </p:cNvSpPr>
          <p:nvPr>
            <p:ph type="ctrTitle"/>
          </p:nvPr>
        </p:nvSpPr>
        <p:spPr>
          <a:xfrm>
            <a:off x="311725" y="1243584"/>
            <a:ext cx="6089100" cy="1776300"/>
          </a:xfrm>
          <a:prstGeom prst="rect">
            <a:avLst/>
          </a:prstGeom>
        </p:spPr>
        <p:txBody>
          <a:bodyPr spcFirstLastPara="1" wrap="square" lIns="91425" tIns="91425" rIns="91425" bIns="91425" anchor="b" anchorCtr="0">
            <a:normAutofit/>
          </a:bodyPr>
          <a:lstStyle>
            <a:lvl1pPr lvl="0" rtl="0">
              <a:lnSpc>
                <a:spcPct val="100000"/>
              </a:lnSpc>
              <a:spcBef>
                <a:spcPts val="0"/>
              </a:spcBef>
              <a:spcAft>
                <a:spcPts val="0"/>
              </a:spcAft>
              <a:buClr>
                <a:schemeClr val="accent1"/>
              </a:buClr>
              <a:buSzPts val="5200"/>
              <a:buNone/>
              <a:defRPr sz="5200">
                <a:solidFill>
                  <a:schemeClr val="accent1"/>
                </a:solidFill>
              </a:defRPr>
            </a:lvl1pPr>
            <a:lvl2pPr lvl="1" rtl="0">
              <a:lnSpc>
                <a:spcPct val="100000"/>
              </a:lnSpc>
              <a:spcBef>
                <a:spcPts val="0"/>
              </a:spcBef>
              <a:spcAft>
                <a:spcPts val="0"/>
              </a:spcAft>
              <a:buClr>
                <a:schemeClr val="accent1"/>
              </a:buClr>
              <a:buSzPts val="5200"/>
              <a:buNone/>
              <a:defRPr sz="5200">
                <a:solidFill>
                  <a:schemeClr val="accent1"/>
                </a:solidFill>
              </a:defRPr>
            </a:lvl2pPr>
            <a:lvl3pPr lvl="2" rtl="0">
              <a:lnSpc>
                <a:spcPct val="100000"/>
              </a:lnSpc>
              <a:spcBef>
                <a:spcPts val="0"/>
              </a:spcBef>
              <a:spcAft>
                <a:spcPts val="0"/>
              </a:spcAft>
              <a:buClr>
                <a:schemeClr val="accent1"/>
              </a:buClr>
              <a:buSzPts val="5200"/>
              <a:buNone/>
              <a:defRPr sz="5200">
                <a:solidFill>
                  <a:schemeClr val="accent1"/>
                </a:solidFill>
              </a:defRPr>
            </a:lvl3pPr>
            <a:lvl4pPr lvl="3" rtl="0">
              <a:lnSpc>
                <a:spcPct val="100000"/>
              </a:lnSpc>
              <a:spcBef>
                <a:spcPts val="0"/>
              </a:spcBef>
              <a:spcAft>
                <a:spcPts val="0"/>
              </a:spcAft>
              <a:buClr>
                <a:schemeClr val="accent1"/>
              </a:buClr>
              <a:buSzPts val="5200"/>
              <a:buNone/>
              <a:defRPr sz="5200">
                <a:solidFill>
                  <a:schemeClr val="accent1"/>
                </a:solidFill>
              </a:defRPr>
            </a:lvl4pPr>
            <a:lvl5pPr lvl="4" rtl="0">
              <a:lnSpc>
                <a:spcPct val="100000"/>
              </a:lnSpc>
              <a:spcBef>
                <a:spcPts val="0"/>
              </a:spcBef>
              <a:spcAft>
                <a:spcPts val="0"/>
              </a:spcAft>
              <a:buClr>
                <a:schemeClr val="accent1"/>
              </a:buClr>
              <a:buSzPts val="5200"/>
              <a:buNone/>
              <a:defRPr sz="5200">
                <a:solidFill>
                  <a:schemeClr val="accent1"/>
                </a:solidFill>
              </a:defRPr>
            </a:lvl5pPr>
            <a:lvl6pPr lvl="5" rtl="0">
              <a:lnSpc>
                <a:spcPct val="100000"/>
              </a:lnSpc>
              <a:spcBef>
                <a:spcPts val="0"/>
              </a:spcBef>
              <a:spcAft>
                <a:spcPts val="0"/>
              </a:spcAft>
              <a:buClr>
                <a:schemeClr val="accent1"/>
              </a:buClr>
              <a:buSzPts val="5200"/>
              <a:buNone/>
              <a:defRPr sz="5200">
                <a:solidFill>
                  <a:schemeClr val="accent1"/>
                </a:solidFill>
              </a:defRPr>
            </a:lvl6pPr>
            <a:lvl7pPr lvl="6" rtl="0">
              <a:lnSpc>
                <a:spcPct val="100000"/>
              </a:lnSpc>
              <a:spcBef>
                <a:spcPts val="0"/>
              </a:spcBef>
              <a:spcAft>
                <a:spcPts val="0"/>
              </a:spcAft>
              <a:buClr>
                <a:schemeClr val="accent1"/>
              </a:buClr>
              <a:buSzPts val="5200"/>
              <a:buNone/>
              <a:defRPr sz="5200">
                <a:solidFill>
                  <a:schemeClr val="accent1"/>
                </a:solidFill>
              </a:defRPr>
            </a:lvl7pPr>
            <a:lvl8pPr lvl="7" rtl="0">
              <a:lnSpc>
                <a:spcPct val="100000"/>
              </a:lnSpc>
              <a:spcBef>
                <a:spcPts val="0"/>
              </a:spcBef>
              <a:spcAft>
                <a:spcPts val="0"/>
              </a:spcAft>
              <a:buClr>
                <a:schemeClr val="accent1"/>
              </a:buClr>
              <a:buSzPts val="5200"/>
              <a:buNone/>
              <a:defRPr sz="5200">
                <a:solidFill>
                  <a:schemeClr val="accent1"/>
                </a:solidFill>
              </a:defRPr>
            </a:lvl8pPr>
            <a:lvl9pPr lvl="8" rtl="0">
              <a:lnSpc>
                <a:spcPct val="100000"/>
              </a:lnSpc>
              <a:spcBef>
                <a:spcPts val="0"/>
              </a:spcBef>
              <a:spcAft>
                <a:spcPts val="0"/>
              </a:spcAft>
              <a:buClr>
                <a:schemeClr val="accent1"/>
              </a:buClr>
              <a:buSzPts val="5200"/>
              <a:buNone/>
              <a:defRPr sz="5200">
                <a:solidFill>
                  <a:schemeClr val="accent1"/>
                </a:solidFill>
              </a:defRPr>
            </a:lvl9pPr>
          </a:lstStyle>
          <a:p>
            <a:endParaRPr/>
          </a:p>
        </p:txBody>
      </p:sp>
      <p:sp>
        <p:nvSpPr>
          <p:cNvPr id="29" name="Google Shape;29;p3"/>
          <p:cNvSpPr txBox="1">
            <a:spLocks noGrp="1"/>
          </p:cNvSpPr>
          <p:nvPr>
            <p:ph type="subTitle" idx="1"/>
          </p:nvPr>
        </p:nvSpPr>
        <p:spPr>
          <a:xfrm>
            <a:off x="311725" y="3019874"/>
            <a:ext cx="6089100" cy="7926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accent1"/>
              </a:buClr>
              <a:buSzPts val="2800"/>
              <a:buNone/>
              <a:defRPr sz="2800">
                <a:solidFill>
                  <a:schemeClr val="accent1"/>
                </a:solidFill>
              </a:defRPr>
            </a:lvl1pPr>
            <a:lvl2pPr lvl="1" algn="ctr" rtl="0">
              <a:lnSpc>
                <a:spcPct val="100000"/>
              </a:lnSpc>
              <a:spcBef>
                <a:spcPts val="0"/>
              </a:spcBef>
              <a:spcAft>
                <a:spcPts val="0"/>
              </a:spcAft>
              <a:buClr>
                <a:schemeClr val="accent1"/>
              </a:buClr>
              <a:buSzPts val="2800"/>
              <a:buNone/>
              <a:defRPr sz="2800">
                <a:solidFill>
                  <a:schemeClr val="accent1"/>
                </a:solidFill>
              </a:defRPr>
            </a:lvl2pPr>
            <a:lvl3pPr lvl="2" algn="ctr" rtl="0">
              <a:lnSpc>
                <a:spcPct val="100000"/>
              </a:lnSpc>
              <a:spcBef>
                <a:spcPts val="0"/>
              </a:spcBef>
              <a:spcAft>
                <a:spcPts val="0"/>
              </a:spcAft>
              <a:buClr>
                <a:schemeClr val="accent1"/>
              </a:buClr>
              <a:buSzPts val="2800"/>
              <a:buNone/>
              <a:defRPr sz="2800">
                <a:solidFill>
                  <a:schemeClr val="accent1"/>
                </a:solidFill>
              </a:defRPr>
            </a:lvl3pPr>
            <a:lvl4pPr lvl="3" algn="ctr" rtl="0">
              <a:lnSpc>
                <a:spcPct val="100000"/>
              </a:lnSpc>
              <a:spcBef>
                <a:spcPts val="0"/>
              </a:spcBef>
              <a:spcAft>
                <a:spcPts val="0"/>
              </a:spcAft>
              <a:buClr>
                <a:schemeClr val="accent1"/>
              </a:buClr>
              <a:buSzPts val="2800"/>
              <a:buNone/>
              <a:defRPr sz="2800">
                <a:solidFill>
                  <a:schemeClr val="accent1"/>
                </a:solidFill>
              </a:defRPr>
            </a:lvl4pPr>
            <a:lvl5pPr lvl="4" algn="ctr" rtl="0">
              <a:lnSpc>
                <a:spcPct val="100000"/>
              </a:lnSpc>
              <a:spcBef>
                <a:spcPts val="0"/>
              </a:spcBef>
              <a:spcAft>
                <a:spcPts val="0"/>
              </a:spcAft>
              <a:buClr>
                <a:schemeClr val="accent1"/>
              </a:buClr>
              <a:buSzPts val="2800"/>
              <a:buNone/>
              <a:defRPr sz="2800">
                <a:solidFill>
                  <a:schemeClr val="accent1"/>
                </a:solidFill>
              </a:defRPr>
            </a:lvl5pPr>
            <a:lvl6pPr lvl="5" algn="ctr" rtl="0">
              <a:lnSpc>
                <a:spcPct val="100000"/>
              </a:lnSpc>
              <a:spcBef>
                <a:spcPts val="0"/>
              </a:spcBef>
              <a:spcAft>
                <a:spcPts val="0"/>
              </a:spcAft>
              <a:buClr>
                <a:schemeClr val="accent1"/>
              </a:buClr>
              <a:buSzPts val="2800"/>
              <a:buNone/>
              <a:defRPr sz="2800">
                <a:solidFill>
                  <a:schemeClr val="accent1"/>
                </a:solidFill>
              </a:defRPr>
            </a:lvl6pPr>
            <a:lvl7pPr lvl="6" algn="ctr" rtl="0">
              <a:lnSpc>
                <a:spcPct val="100000"/>
              </a:lnSpc>
              <a:spcBef>
                <a:spcPts val="0"/>
              </a:spcBef>
              <a:spcAft>
                <a:spcPts val="0"/>
              </a:spcAft>
              <a:buClr>
                <a:schemeClr val="accent1"/>
              </a:buClr>
              <a:buSzPts val="2800"/>
              <a:buNone/>
              <a:defRPr sz="2800">
                <a:solidFill>
                  <a:schemeClr val="accent1"/>
                </a:solidFill>
              </a:defRPr>
            </a:lvl7pPr>
            <a:lvl8pPr lvl="7" algn="ctr" rtl="0">
              <a:lnSpc>
                <a:spcPct val="100000"/>
              </a:lnSpc>
              <a:spcBef>
                <a:spcPts val="0"/>
              </a:spcBef>
              <a:spcAft>
                <a:spcPts val="0"/>
              </a:spcAft>
              <a:buClr>
                <a:schemeClr val="accent1"/>
              </a:buClr>
              <a:buSzPts val="2800"/>
              <a:buNone/>
              <a:defRPr sz="2800">
                <a:solidFill>
                  <a:schemeClr val="accent1"/>
                </a:solidFill>
              </a:defRPr>
            </a:lvl8pPr>
            <a:lvl9pPr lvl="8" algn="ctr" rtl="0">
              <a:lnSpc>
                <a:spcPct val="100000"/>
              </a:lnSpc>
              <a:spcBef>
                <a:spcPts val="0"/>
              </a:spcBef>
              <a:spcAft>
                <a:spcPts val="0"/>
              </a:spcAft>
              <a:buClr>
                <a:schemeClr val="accent1"/>
              </a:buClr>
              <a:buSzPts val="2800"/>
              <a:buNone/>
              <a:defRPr sz="2800">
                <a:solidFill>
                  <a:schemeClr val="accent1"/>
                </a:solidFill>
              </a:defRPr>
            </a:lvl9pPr>
          </a:lstStyle>
          <a:p>
            <a:endParaRPr/>
          </a:p>
        </p:txBody>
      </p:sp>
      <p:sp>
        <p:nvSpPr>
          <p:cNvPr id="30" name="Google Shape;30;p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1" name="Google Shape;31;p3"/>
          <p:cNvSpPr/>
          <p:nvPr/>
        </p:nvSpPr>
        <p:spPr>
          <a:xfrm>
            <a:off x="0" y="1243584"/>
            <a:ext cx="128100" cy="2568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a:off x="6400750" y="2400375"/>
            <a:ext cx="2743242" cy="2743120"/>
          </a:xfrm>
          <a:custGeom>
            <a:avLst/>
            <a:gdLst/>
            <a:ahLst/>
            <a:cxnLst/>
            <a:rect l="l" t="t" r="r" b="b"/>
            <a:pathLst>
              <a:path w="73158" h="73145" extrusionOk="0">
                <a:moveTo>
                  <a:pt x="73158" y="73107"/>
                </a:moveTo>
                <a:lnTo>
                  <a:pt x="73158" y="0"/>
                </a:lnTo>
                <a:lnTo>
                  <a:pt x="0" y="73145"/>
                </a:lnTo>
                <a:close/>
              </a:path>
            </a:pathLst>
          </a:custGeom>
          <a:solidFill>
            <a:schemeClr val="accent1"/>
          </a:solidFill>
          <a:ln>
            <a:noFill/>
          </a:ln>
        </p:spPr>
      </p:sp>
      <p:sp>
        <p:nvSpPr>
          <p:cNvPr id="33" name="Google Shape;33;p3"/>
          <p:cNvSpPr txBox="1"/>
          <p:nvPr/>
        </p:nvSpPr>
        <p:spPr>
          <a:xfrm rot="-2700000">
            <a:off x="6647467" y="3651017"/>
            <a:ext cx="2757716" cy="554513"/>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65"/>
              <a:buNone/>
            </a:pPr>
            <a:r>
              <a:rPr lang="en" sz="1000" b="1">
                <a:solidFill>
                  <a:schemeClr val="lt1"/>
                </a:solidFill>
                <a:latin typeface="Assistant"/>
                <a:ea typeface="Assistant"/>
                <a:cs typeface="Assistant"/>
                <a:sym typeface="Assistant"/>
              </a:rPr>
              <a:t>We use tech to connect human potential and opportunity with dignity &amp; humility   </a:t>
            </a:r>
            <a:endParaRPr sz="1000" b="1">
              <a:solidFill>
                <a:schemeClr val="lt1"/>
              </a:solidFill>
              <a:latin typeface="Assistant"/>
              <a:ea typeface="Assistant"/>
              <a:cs typeface="Assistant"/>
              <a:sym typeface="Assistant"/>
            </a:endParaRPr>
          </a:p>
        </p:txBody>
      </p:sp>
      <p:sp>
        <p:nvSpPr>
          <p:cNvPr id="34" name="Google Shape;34;p3"/>
          <p:cNvSpPr/>
          <p:nvPr/>
        </p:nvSpPr>
        <p:spPr>
          <a:xfrm>
            <a:off x="8414775" y="4244650"/>
            <a:ext cx="418647" cy="418572"/>
          </a:xfrm>
          <a:custGeom>
            <a:avLst/>
            <a:gdLst/>
            <a:ahLst/>
            <a:cxnLst/>
            <a:rect l="l" t="t" r="r" b="b"/>
            <a:pathLst>
              <a:path w="73158" h="73145" extrusionOk="0">
                <a:moveTo>
                  <a:pt x="73158" y="73107"/>
                </a:moveTo>
                <a:lnTo>
                  <a:pt x="73158" y="0"/>
                </a:lnTo>
                <a:lnTo>
                  <a:pt x="0" y="73145"/>
                </a:lnTo>
                <a:close/>
              </a:path>
            </a:pathLst>
          </a:custGeom>
          <a:solidFill>
            <a:schemeClr val="accent4"/>
          </a:solidFill>
          <a:ln>
            <a:noFill/>
          </a:ln>
        </p:spPr>
      </p:sp>
      <p:sp>
        <p:nvSpPr>
          <p:cNvPr id="35" name="Google Shape;35;p3"/>
          <p:cNvSpPr/>
          <p:nvPr/>
        </p:nvSpPr>
        <p:spPr>
          <a:xfrm>
            <a:off x="8417710" y="342892"/>
            <a:ext cx="412800" cy="5760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 name="Google Shape;36;p3"/>
          <p:cNvGrpSpPr/>
          <p:nvPr/>
        </p:nvGrpSpPr>
        <p:grpSpPr>
          <a:xfrm>
            <a:off x="311726" y="342910"/>
            <a:ext cx="2560500" cy="520800"/>
            <a:chOff x="311726" y="342910"/>
            <a:chExt cx="2560500" cy="520800"/>
          </a:xfrm>
        </p:grpSpPr>
        <p:sp>
          <p:nvSpPr>
            <p:cNvPr id="37" name="Google Shape;37;p3"/>
            <p:cNvSpPr/>
            <p:nvPr/>
          </p:nvSpPr>
          <p:spPr>
            <a:xfrm>
              <a:off x="311726" y="342910"/>
              <a:ext cx="2560500" cy="520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8" name="Google Shape;38;p3"/>
            <p:cNvPicPr preferRelativeResize="0"/>
            <p:nvPr/>
          </p:nvPicPr>
          <p:blipFill rotWithShape="1">
            <a:blip r:embed="rId2">
              <a:alphaModFix/>
            </a:blip>
            <a:srcRect l="377" r="387"/>
            <a:stretch/>
          </p:blipFill>
          <p:spPr>
            <a:xfrm>
              <a:off x="391788" y="382839"/>
              <a:ext cx="2400300" cy="441046"/>
            </a:xfrm>
            <a:prstGeom prst="rect">
              <a:avLst/>
            </a:prstGeom>
            <a:noFill/>
            <a:ln>
              <a:noFill/>
            </a:ln>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type="secHead">
  <p:cSld name="SECTION_HEADER">
    <p:bg>
      <p:bgPr>
        <a:noFill/>
        <a:effectLst/>
      </p:bgPr>
    </p:bg>
    <p:spTree>
      <p:nvGrpSpPr>
        <p:cNvPr id="1" name="Shape 39"/>
        <p:cNvGrpSpPr/>
        <p:nvPr/>
      </p:nvGrpSpPr>
      <p:grpSpPr>
        <a:xfrm>
          <a:off x="0" y="0"/>
          <a:ext cx="0" cy="0"/>
          <a:chOff x="0" y="0"/>
          <a:chExt cx="0" cy="0"/>
        </a:xfrm>
      </p:grpSpPr>
      <p:sp>
        <p:nvSpPr>
          <p:cNvPr id="40" name="Google Shape;40;p4"/>
          <p:cNvSpPr/>
          <p:nvPr/>
        </p:nvSpPr>
        <p:spPr>
          <a:xfrm>
            <a:off x="0" y="0"/>
            <a:ext cx="9144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a:endParaRPr/>
          </a:p>
        </p:txBody>
      </p:sp>
      <p:sp>
        <p:nvSpPr>
          <p:cNvPr id="42" name="Google Shape;42;p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2">
  <p:cSld name="SECTION_HEADER_1">
    <p:bg>
      <p:bgPr>
        <a:noFill/>
        <a:effectLst/>
      </p:bgPr>
    </p:bg>
    <p:spTree>
      <p:nvGrpSpPr>
        <p:cNvPr id="1" name="Shape 43"/>
        <p:cNvGrpSpPr/>
        <p:nvPr/>
      </p:nvGrpSpPr>
      <p:grpSpPr>
        <a:xfrm>
          <a:off x="0" y="0"/>
          <a:ext cx="0" cy="0"/>
          <a:chOff x="0" y="0"/>
          <a:chExt cx="0" cy="0"/>
        </a:xfrm>
      </p:grpSpPr>
      <p:sp>
        <p:nvSpPr>
          <p:cNvPr id="44" name="Google Shape;44;p5"/>
          <p:cNvSpPr/>
          <p:nvPr/>
        </p:nvSpPr>
        <p:spPr>
          <a:xfrm>
            <a:off x="7000" y="4663200"/>
            <a:ext cx="9144000" cy="49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5"/>
          <p:cNvSpPr/>
          <p:nvPr/>
        </p:nvSpPr>
        <p:spPr>
          <a:xfrm>
            <a:off x="7000" y="-7000"/>
            <a:ext cx="9144000" cy="349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5"/>
          <p:cNvSpPr/>
          <p:nvPr/>
        </p:nvSpPr>
        <p:spPr>
          <a:xfrm>
            <a:off x="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5"/>
          <p:cNvSpPr/>
          <p:nvPr/>
        </p:nvSpPr>
        <p:spPr>
          <a:xfrm>
            <a:off x="8839300" y="0"/>
            <a:ext cx="311700" cy="5154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5"/>
          <p:cNvSpPr txBox="1">
            <a:spLocks noGrp="1"/>
          </p:cNvSpPr>
          <p:nvPr>
            <p:ph type="title"/>
          </p:nvPr>
        </p:nvSpPr>
        <p:spPr>
          <a:xfrm>
            <a:off x="311700" y="214884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9" name="Google Shape;49;p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2">
  <p:cSld name="SECTION_HEADER_1_1">
    <p:bg>
      <p:bgPr>
        <a:noFill/>
        <a:effectLst/>
      </p:bgPr>
    </p:bg>
    <p:spTree>
      <p:nvGrpSpPr>
        <p:cNvPr id="1" name="Shape 50"/>
        <p:cNvGrpSpPr/>
        <p:nvPr/>
      </p:nvGrpSpPr>
      <p:grpSpPr>
        <a:xfrm>
          <a:off x="0" y="0"/>
          <a:ext cx="0" cy="0"/>
          <a:chOff x="0" y="0"/>
          <a:chExt cx="0" cy="0"/>
        </a:xfrm>
      </p:grpSpPr>
      <p:sp>
        <p:nvSpPr>
          <p:cNvPr id="51" name="Google Shape;51;p6"/>
          <p:cNvSpPr/>
          <p:nvPr/>
        </p:nvSpPr>
        <p:spPr>
          <a:xfrm>
            <a:off x="7000" y="4663225"/>
            <a:ext cx="9144000" cy="4917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6"/>
          <p:cNvSpPr/>
          <p:nvPr/>
        </p:nvSpPr>
        <p:spPr>
          <a:xfrm>
            <a:off x="7000" y="-7000"/>
            <a:ext cx="9144000" cy="349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6"/>
          <p:cNvSpPr/>
          <p:nvPr/>
        </p:nvSpPr>
        <p:spPr>
          <a:xfrm>
            <a:off x="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6"/>
          <p:cNvSpPr/>
          <p:nvPr/>
        </p:nvSpPr>
        <p:spPr>
          <a:xfrm>
            <a:off x="8839300" y="0"/>
            <a:ext cx="311700" cy="51549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56" name="Google Shape;56;p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9" name="Google Shape;59;p7"/>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1000"/>
              </a:spcBef>
              <a:spcAft>
                <a:spcPts val="0"/>
              </a:spcAft>
              <a:buSzPts val="1400"/>
              <a:buChar char="○"/>
              <a:defRPr/>
            </a:lvl2pPr>
            <a:lvl3pPr marL="1371600" lvl="2" indent="-317500">
              <a:spcBef>
                <a:spcPts val="1000"/>
              </a:spcBef>
              <a:spcAft>
                <a:spcPts val="0"/>
              </a:spcAft>
              <a:buSzPts val="1400"/>
              <a:buChar char="■"/>
              <a:defRPr/>
            </a:lvl3pPr>
            <a:lvl4pPr marL="1828800" lvl="3" indent="-317500">
              <a:spcBef>
                <a:spcPts val="1000"/>
              </a:spcBef>
              <a:spcAft>
                <a:spcPts val="0"/>
              </a:spcAft>
              <a:buSzPts val="1400"/>
              <a:buChar char="●"/>
              <a:defRPr/>
            </a:lvl4pPr>
            <a:lvl5pPr marL="2286000" lvl="4" indent="-317500">
              <a:spcBef>
                <a:spcPts val="1000"/>
              </a:spcBef>
              <a:spcAft>
                <a:spcPts val="0"/>
              </a:spcAft>
              <a:buSzPts val="1400"/>
              <a:buChar char="○"/>
              <a:defRPr/>
            </a:lvl5pPr>
            <a:lvl6pPr marL="2743200" lvl="5" indent="-317500">
              <a:spcBef>
                <a:spcPts val="1000"/>
              </a:spcBef>
              <a:spcAft>
                <a:spcPts val="0"/>
              </a:spcAft>
              <a:buSzPts val="1400"/>
              <a:buChar char="■"/>
              <a:defRPr/>
            </a:lvl6pPr>
            <a:lvl7pPr marL="3200400" lvl="6" indent="-317500">
              <a:spcBef>
                <a:spcPts val="1000"/>
              </a:spcBef>
              <a:spcAft>
                <a:spcPts val="0"/>
              </a:spcAft>
              <a:buSzPts val="1400"/>
              <a:buChar char="●"/>
              <a:defRPr/>
            </a:lvl7pPr>
            <a:lvl8pPr marL="3657600" lvl="7" indent="-317500">
              <a:spcBef>
                <a:spcPts val="1000"/>
              </a:spcBef>
              <a:spcAft>
                <a:spcPts val="0"/>
              </a:spcAft>
              <a:buSzPts val="1400"/>
              <a:buChar char="○"/>
              <a:defRPr/>
            </a:lvl8pPr>
            <a:lvl9pPr marL="4114800" lvl="8" indent="-317500">
              <a:spcBef>
                <a:spcPts val="1000"/>
              </a:spcBef>
              <a:spcAft>
                <a:spcPts val="1000"/>
              </a:spcAft>
              <a:buSzPts val="1400"/>
              <a:buChar char="■"/>
              <a:defRPr/>
            </a:lvl9pPr>
          </a:lstStyle>
          <a:p>
            <a:endParaRPr/>
          </a:p>
        </p:txBody>
      </p:sp>
      <p:sp>
        <p:nvSpPr>
          <p:cNvPr id="60" name="Google Shape;60;p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body 2">
  <p:cSld name="TITLE_AND_BODY_1">
    <p:spTree>
      <p:nvGrpSpPr>
        <p:cNvPr id="1" name="Shape 61"/>
        <p:cNvGrpSpPr/>
        <p:nvPr/>
      </p:nvGrpSpPr>
      <p:grpSpPr>
        <a:xfrm>
          <a:off x="0" y="0"/>
          <a:ext cx="0" cy="0"/>
          <a:chOff x="0" y="0"/>
          <a:chExt cx="0" cy="0"/>
        </a:xfrm>
      </p:grpSpPr>
      <p:sp>
        <p:nvSpPr>
          <p:cNvPr id="62" name="Google Shape;62;p8"/>
          <p:cNvSpPr/>
          <p:nvPr/>
        </p:nvSpPr>
        <p:spPr>
          <a:xfrm>
            <a:off x="7000" y="4663225"/>
            <a:ext cx="9144000" cy="4917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8"/>
          <p:cNvSpPr/>
          <p:nvPr/>
        </p:nvSpPr>
        <p:spPr>
          <a:xfrm>
            <a:off x="7000" y="-7000"/>
            <a:ext cx="9144000" cy="349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8"/>
          <p:cNvSpPr/>
          <p:nvPr/>
        </p:nvSpPr>
        <p:spPr>
          <a:xfrm>
            <a:off x="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8"/>
          <p:cNvSpPr/>
          <p:nvPr/>
        </p:nvSpPr>
        <p:spPr>
          <a:xfrm>
            <a:off x="8839300" y="0"/>
            <a:ext cx="311700" cy="51549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8"/>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67" name="Google Shape;67;p8"/>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1000"/>
              </a:spcBef>
              <a:spcAft>
                <a:spcPts val="0"/>
              </a:spcAft>
              <a:buSzPts val="1400"/>
              <a:buChar char="○"/>
              <a:defRPr/>
            </a:lvl2pPr>
            <a:lvl3pPr marL="1371600" lvl="2" indent="-317500" rtl="0">
              <a:spcBef>
                <a:spcPts val="1000"/>
              </a:spcBef>
              <a:spcAft>
                <a:spcPts val="0"/>
              </a:spcAft>
              <a:buSzPts val="1400"/>
              <a:buChar char="■"/>
              <a:defRPr/>
            </a:lvl3pPr>
            <a:lvl4pPr marL="1828800" lvl="3" indent="-317500" rtl="0">
              <a:spcBef>
                <a:spcPts val="1000"/>
              </a:spcBef>
              <a:spcAft>
                <a:spcPts val="0"/>
              </a:spcAft>
              <a:buSzPts val="1400"/>
              <a:buChar char="●"/>
              <a:defRPr/>
            </a:lvl4pPr>
            <a:lvl5pPr marL="2286000" lvl="4" indent="-317500" rtl="0">
              <a:spcBef>
                <a:spcPts val="1000"/>
              </a:spcBef>
              <a:spcAft>
                <a:spcPts val="0"/>
              </a:spcAft>
              <a:buSzPts val="1400"/>
              <a:buChar char="○"/>
              <a:defRPr/>
            </a:lvl5pPr>
            <a:lvl6pPr marL="2743200" lvl="5" indent="-317500" rtl="0">
              <a:spcBef>
                <a:spcPts val="1000"/>
              </a:spcBef>
              <a:spcAft>
                <a:spcPts val="0"/>
              </a:spcAft>
              <a:buSzPts val="1400"/>
              <a:buChar char="■"/>
              <a:defRPr/>
            </a:lvl6pPr>
            <a:lvl7pPr marL="3200400" lvl="6" indent="-317500" rtl="0">
              <a:spcBef>
                <a:spcPts val="1000"/>
              </a:spcBef>
              <a:spcAft>
                <a:spcPts val="0"/>
              </a:spcAft>
              <a:buSzPts val="1400"/>
              <a:buChar char="●"/>
              <a:defRPr/>
            </a:lvl7pPr>
            <a:lvl8pPr marL="3657600" lvl="7" indent="-317500" rtl="0">
              <a:spcBef>
                <a:spcPts val="1000"/>
              </a:spcBef>
              <a:spcAft>
                <a:spcPts val="0"/>
              </a:spcAft>
              <a:buSzPts val="1400"/>
              <a:buChar char="○"/>
              <a:defRPr/>
            </a:lvl8pPr>
            <a:lvl9pPr marL="4114800" lvl="8" indent="-317500" rtl="0">
              <a:spcBef>
                <a:spcPts val="1000"/>
              </a:spcBef>
              <a:spcAft>
                <a:spcPts val="1000"/>
              </a:spcAft>
              <a:buSzPts val="1400"/>
              <a:buChar char="■"/>
              <a:defRPr/>
            </a:lvl9pPr>
          </a:lstStyle>
          <a:p>
            <a:endParaRPr/>
          </a:p>
        </p:txBody>
      </p:sp>
      <p:sp>
        <p:nvSpPr>
          <p:cNvPr id="68" name="Google Shape;68;p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3">
  <p:cSld name="TITLE_AND_BODY_1_1">
    <p:spTree>
      <p:nvGrpSpPr>
        <p:cNvPr id="1" name="Shape 69"/>
        <p:cNvGrpSpPr/>
        <p:nvPr/>
      </p:nvGrpSpPr>
      <p:grpSpPr>
        <a:xfrm>
          <a:off x="0" y="0"/>
          <a:ext cx="0" cy="0"/>
          <a:chOff x="0" y="0"/>
          <a:chExt cx="0" cy="0"/>
        </a:xfrm>
      </p:grpSpPr>
      <p:sp>
        <p:nvSpPr>
          <p:cNvPr id="70" name="Google Shape;70;p9"/>
          <p:cNvSpPr/>
          <p:nvPr/>
        </p:nvSpPr>
        <p:spPr>
          <a:xfrm>
            <a:off x="7000" y="4663225"/>
            <a:ext cx="9144000" cy="4917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p:nvPr/>
        </p:nvSpPr>
        <p:spPr>
          <a:xfrm>
            <a:off x="7000" y="-7000"/>
            <a:ext cx="9144000" cy="349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9"/>
          <p:cNvSpPr/>
          <p:nvPr/>
        </p:nvSpPr>
        <p:spPr>
          <a:xfrm>
            <a:off x="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9"/>
          <p:cNvSpPr/>
          <p:nvPr/>
        </p:nvSpPr>
        <p:spPr>
          <a:xfrm>
            <a:off x="8839300" y="0"/>
            <a:ext cx="311700" cy="5154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9"/>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75" name="Google Shape;75;p9"/>
          <p:cNvSpPr txBox="1">
            <a:spLocks noGrp="1"/>
          </p:cNvSpPr>
          <p:nvPr>
            <p:ph type="body" idx="1"/>
          </p:nvPr>
        </p:nvSpPr>
        <p:spPr>
          <a:xfrm>
            <a:off x="311700" y="915600"/>
            <a:ext cx="8520600" cy="37476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1000"/>
              </a:spcBef>
              <a:spcAft>
                <a:spcPts val="0"/>
              </a:spcAft>
              <a:buSzPts val="1400"/>
              <a:buChar char="○"/>
              <a:defRPr/>
            </a:lvl2pPr>
            <a:lvl3pPr marL="1371600" lvl="2" indent="-317500" rtl="0">
              <a:spcBef>
                <a:spcPts val="1000"/>
              </a:spcBef>
              <a:spcAft>
                <a:spcPts val="0"/>
              </a:spcAft>
              <a:buSzPts val="1400"/>
              <a:buChar char="■"/>
              <a:defRPr/>
            </a:lvl3pPr>
            <a:lvl4pPr marL="1828800" lvl="3" indent="-317500" rtl="0">
              <a:spcBef>
                <a:spcPts val="1000"/>
              </a:spcBef>
              <a:spcAft>
                <a:spcPts val="0"/>
              </a:spcAft>
              <a:buSzPts val="1400"/>
              <a:buChar char="●"/>
              <a:defRPr/>
            </a:lvl4pPr>
            <a:lvl5pPr marL="2286000" lvl="4" indent="-317500" rtl="0">
              <a:spcBef>
                <a:spcPts val="1000"/>
              </a:spcBef>
              <a:spcAft>
                <a:spcPts val="0"/>
              </a:spcAft>
              <a:buSzPts val="1400"/>
              <a:buChar char="○"/>
              <a:defRPr/>
            </a:lvl5pPr>
            <a:lvl6pPr marL="2743200" lvl="5" indent="-317500" rtl="0">
              <a:spcBef>
                <a:spcPts val="1000"/>
              </a:spcBef>
              <a:spcAft>
                <a:spcPts val="0"/>
              </a:spcAft>
              <a:buSzPts val="1400"/>
              <a:buChar char="■"/>
              <a:defRPr/>
            </a:lvl6pPr>
            <a:lvl7pPr marL="3200400" lvl="6" indent="-317500" rtl="0">
              <a:spcBef>
                <a:spcPts val="1000"/>
              </a:spcBef>
              <a:spcAft>
                <a:spcPts val="0"/>
              </a:spcAft>
              <a:buSzPts val="1400"/>
              <a:buChar char="●"/>
              <a:defRPr/>
            </a:lvl7pPr>
            <a:lvl8pPr marL="3657600" lvl="7" indent="-317500" rtl="0">
              <a:spcBef>
                <a:spcPts val="1000"/>
              </a:spcBef>
              <a:spcAft>
                <a:spcPts val="0"/>
              </a:spcAft>
              <a:buSzPts val="1400"/>
              <a:buChar char="○"/>
              <a:defRPr/>
            </a:lvl8pPr>
            <a:lvl9pPr marL="4114800" lvl="8" indent="-317500" rtl="0">
              <a:spcBef>
                <a:spcPts val="1000"/>
              </a:spcBef>
              <a:spcAft>
                <a:spcPts val="1000"/>
              </a:spcAft>
              <a:buSzPts val="1400"/>
              <a:buChar char="■"/>
              <a:defRPr/>
            </a:lvl9pPr>
          </a:lstStyle>
          <a:p>
            <a:endParaRPr/>
          </a:p>
        </p:txBody>
      </p:sp>
      <p:sp>
        <p:nvSpPr>
          <p:cNvPr id="76" name="Google Shape;76;p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7"/>
        <p:cNvGrpSpPr/>
        <p:nvPr/>
      </p:nvGrpSpPr>
      <p:grpSpPr>
        <a:xfrm>
          <a:off x="0" y="0"/>
          <a:ext cx="0" cy="0"/>
          <a:chOff x="0" y="0"/>
          <a:chExt cx="0" cy="0"/>
        </a:xfrm>
      </p:grpSpPr>
      <p:sp>
        <p:nvSpPr>
          <p:cNvPr id="78" name="Google Shape;78;p10"/>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 name="Google Shape;79;p10"/>
          <p:cNvSpPr txBox="1">
            <a:spLocks noGrp="1"/>
          </p:cNvSpPr>
          <p:nvPr>
            <p:ph type="body" idx="1"/>
          </p:nvPr>
        </p:nvSpPr>
        <p:spPr>
          <a:xfrm>
            <a:off x="3117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80" name="Google Shape;80;p10"/>
          <p:cNvSpPr txBox="1">
            <a:spLocks noGrp="1"/>
          </p:cNvSpPr>
          <p:nvPr>
            <p:ph type="body" idx="2"/>
          </p:nvPr>
        </p:nvSpPr>
        <p:spPr>
          <a:xfrm>
            <a:off x="4832400" y="1005850"/>
            <a:ext cx="3999900" cy="3657300"/>
          </a:xfrm>
          <a:prstGeom prst="rect">
            <a:avLst/>
          </a:prstGeom>
          <a:solidFill>
            <a:schemeClr val="accent3"/>
          </a:solidFill>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81" name="Google Shape;81;p1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TITLE_AND_TWO_COLUMNS_1">
    <p:spTree>
      <p:nvGrpSpPr>
        <p:cNvPr id="1" name="Shape 82"/>
        <p:cNvGrpSpPr/>
        <p:nvPr/>
      </p:nvGrpSpPr>
      <p:grpSpPr>
        <a:xfrm>
          <a:off x="0" y="0"/>
          <a:ext cx="0" cy="0"/>
          <a:chOff x="0" y="0"/>
          <a:chExt cx="0" cy="0"/>
        </a:xfrm>
      </p:grpSpPr>
      <p:sp>
        <p:nvSpPr>
          <p:cNvPr id="83" name="Google Shape;83;p11"/>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4" name="Google Shape;84;p11"/>
          <p:cNvSpPr txBox="1">
            <a:spLocks noGrp="1"/>
          </p:cNvSpPr>
          <p:nvPr>
            <p:ph type="body" idx="1"/>
          </p:nvPr>
        </p:nvSpPr>
        <p:spPr>
          <a:xfrm>
            <a:off x="311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5" name="Google Shape;85;p1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1"/>
          <p:cNvSpPr txBox="1">
            <a:spLocks noGrp="1"/>
          </p:cNvSpPr>
          <p:nvPr>
            <p:ph type="body" idx="2"/>
          </p:nvPr>
        </p:nvSpPr>
        <p:spPr>
          <a:xfrm>
            <a:off x="61527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
        <p:nvSpPr>
          <p:cNvPr id="87" name="Google Shape;87;p11"/>
          <p:cNvSpPr txBox="1">
            <a:spLocks noGrp="1"/>
          </p:cNvSpPr>
          <p:nvPr>
            <p:ph type="body" idx="3"/>
          </p:nvPr>
        </p:nvSpPr>
        <p:spPr>
          <a:xfrm>
            <a:off x="3232200" y="1005850"/>
            <a:ext cx="2679600" cy="3657300"/>
          </a:xfrm>
          <a:prstGeom prst="rect">
            <a:avLst/>
          </a:prstGeom>
          <a:solidFill>
            <a:schemeClr val="accent3"/>
          </a:solidFill>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1000"/>
              </a:spcBef>
              <a:spcAft>
                <a:spcPts val="0"/>
              </a:spcAft>
              <a:buSzPts val="1200"/>
              <a:buChar char="○"/>
              <a:defRPr sz="1200"/>
            </a:lvl2pPr>
            <a:lvl3pPr marL="1371600" lvl="2" indent="-304800" rtl="0">
              <a:spcBef>
                <a:spcPts val="1000"/>
              </a:spcBef>
              <a:spcAft>
                <a:spcPts val="0"/>
              </a:spcAft>
              <a:buSzPts val="1200"/>
              <a:buChar char="■"/>
              <a:defRPr sz="1200"/>
            </a:lvl3pPr>
            <a:lvl4pPr marL="1828800" lvl="3" indent="-304800" rtl="0">
              <a:spcBef>
                <a:spcPts val="1000"/>
              </a:spcBef>
              <a:spcAft>
                <a:spcPts val="0"/>
              </a:spcAft>
              <a:buSzPts val="1200"/>
              <a:buChar char="●"/>
              <a:defRPr sz="1200"/>
            </a:lvl4pPr>
            <a:lvl5pPr marL="2286000" lvl="4" indent="-304800" rtl="0">
              <a:spcBef>
                <a:spcPts val="1000"/>
              </a:spcBef>
              <a:spcAft>
                <a:spcPts val="0"/>
              </a:spcAft>
              <a:buSzPts val="1200"/>
              <a:buChar char="○"/>
              <a:defRPr sz="1200"/>
            </a:lvl5pPr>
            <a:lvl6pPr marL="2743200" lvl="5" indent="-304800" rtl="0">
              <a:spcBef>
                <a:spcPts val="1000"/>
              </a:spcBef>
              <a:spcAft>
                <a:spcPts val="0"/>
              </a:spcAft>
              <a:buSzPts val="1200"/>
              <a:buChar char="■"/>
              <a:defRPr sz="1200"/>
            </a:lvl6pPr>
            <a:lvl7pPr marL="3200400" lvl="6" indent="-304800" rtl="0">
              <a:spcBef>
                <a:spcPts val="1000"/>
              </a:spcBef>
              <a:spcAft>
                <a:spcPts val="0"/>
              </a:spcAft>
              <a:buSzPts val="1200"/>
              <a:buChar char="●"/>
              <a:defRPr sz="1200"/>
            </a:lvl7pPr>
            <a:lvl8pPr marL="3657600" lvl="7" indent="-304800" rtl="0">
              <a:spcBef>
                <a:spcPts val="1000"/>
              </a:spcBef>
              <a:spcAft>
                <a:spcPts val="0"/>
              </a:spcAft>
              <a:buSzPts val="1200"/>
              <a:buChar char="○"/>
              <a:defRPr sz="1200"/>
            </a:lvl8pPr>
            <a:lvl9pPr marL="4114800" lvl="8" indent="-304800" rtl="0">
              <a:spcBef>
                <a:spcPts val="1000"/>
              </a:spcBef>
              <a:spcAft>
                <a:spcPts val="1000"/>
              </a:spcAft>
              <a:buSzPts val="1200"/>
              <a:buChar char="■"/>
              <a:defRPr sz="1200"/>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8"/>
        <p:cNvGrpSpPr/>
        <p:nvPr/>
      </p:nvGrpSpPr>
      <p:grpSpPr>
        <a:xfrm>
          <a:off x="0" y="0"/>
          <a:ext cx="0" cy="0"/>
          <a:chOff x="0" y="0"/>
          <a:chExt cx="0" cy="0"/>
        </a:xfrm>
      </p:grpSpPr>
      <p:sp>
        <p:nvSpPr>
          <p:cNvPr id="89" name="Google Shape;89;p12"/>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1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1"/>
        <p:cNvGrpSpPr/>
        <p:nvPr/>
      </p:nvGrpSpPr>
      <p:grpSpPr>
        <a:xfrm>
          <a:off x="0" y="0"/>
          <a:ext cx="0" cy="0"/>
          <a:chOff x="0" y="0"/>
          <a:chExt cx="0" cy="0"/>
        </a:xfrm>
      </p:grpSpPr>
      <p:sp>
        <p:nvSpPr>
          <p:cNvPr id="92" name="Google Shape;92;p13"/>
          <p:cNvSpPr txBox="1">
            <a:spLocks noGrp="1"/>
          </p:cNvSpPr>
          <p:nvPr>
            <p:ph type="title"/>
          </p:nvPr>
        </p:nvSpPr>
        <p:spPr>
          <a:xfrm>
            <a:off x="311700" y="342900"/>
            <a:ext cx="2808000" cy="866400"/>
          </a:xfrm>
          <a:prstGeom prst="rect">
            <a:avLst/>
          </a:prstGeom>
        </p:spPr>
        <p:txBody>
          <a:bodyPr spcFirstLastPara="1" wrap="square" lIns="91425" tIns="91425" rIns="91425" bIns="91425" anchor="t"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3" name="Google Shape;93;p13"/>
          <p:cNvSpPr txBox="1">
            <a:spLocks noGrp="1"/>
          </p:cNvSpPr>
          <p:nvPr>
            <p:ph type="body" idx="1"/>
          </p:nvPr>
        </p:nvSpPr>
        <p:spPr>
          <a:xfrm>
            <a:off x="311700" y="1209300"/>
            <a:ext cx="2808000" cy="34539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1000"/>
              </a:spcBef>
              <a:spcAft>
                <a:spcPts val="0"/>
              </a:spcAft>
              <a:buSzPts val="1200"/>
              <a:buChar char="○"/>
              <a:defRPr sz="1200"/>
            </a:lvl2pPr>
            <a:lvl3pPr marL="1371600" lvl="2" indent="-304800">
              <a:spcBef>
                <a:spcPts val="1000"/>
              </a:spcBef>
              <a:spcAft>
                <a:spcPts val="0"/>
              </a:spcAft>
              <a:buSzPts val="1200"/>
              <a:buChar char="■"/>
              <a:defRPr sz="1200"/>
            </a:lvl3pPr>
            <a:lvl4pPr marL="1828800" lvl="3" indent="-304800">
              <a:spcBef>
                <a:spcPts val="1000"/>
              </a:spcBef>
              <a:spcAft>
                <a:spcPts val="0"/>
              </a:spcAft>
              <a:buSzPts val="1200"/>
              <a:buChar char="●"/>
              <a:defRPr sz="1200"/>
            </a:lvl4pPr>
            <a:lvl5pPr marL="2286000" lvl="4" indent="-304800">
              <a:spcBef>
                <a:spcPts val="1000"/>
              </a:spcBef>
              <a:spcAft>
                <a:spcPts val="0"/>
              </a:spcAft>
              <a:buSzPts val="1200"/>
              <a:buChar char="○"/>
              <a:defRPr sz="1200"/>
            </a:lvl5pPr>
            <a:lvl6pPr marL="2743200" lvl="5" indent="-304800">
              <a:spcBef>
                <a:spcPts val="1000"/>
              </a:spcBef>
              <a:spcAft>
                <a:spcPts val="0"/>
              </a:spcAft>
              <a:buSzPts val="1200"/>
              <a:buChar char="■"/>
              <a:defRPr sz="1200"/>
            </a:lvl6pPr>
            <a:lvl7pPr marL="3200400" lvl="6" indent="-304800">
              <a:spcBef>
                <a:spcPts val="1000"/>
              </a:spcBef>
              <a:spcAft>
                <a:spcPts val="0"/>
              </a:spcAft>
              <a:buSzPts val="1200"/>
              <a:buChar char="●"/>
              <a:defRPr sz="1200"/>
            </a:lvl7pPr>
            <a:lvl8pPr marL="3657600" lvl="7" indent="-304800">
              <a:spcBef>
                <a:spcPts val="1000"/>
              </a:spcBef>
              <a:spcAft>
                <a:spcPts val="0"/>
              </a:spcAft>
              <a:buSzPts val="1200"/>
              <a:buChar char="○"/>
              <a:defRPr sz="1200"/>
            </a:lvl8pPr>
            <a:lvl9pPr marL="4114800" lvl="8" indent="-304800">
              <a:spcBef>
                <a:spcPts val="1000"/>
              </a:spcBef>
              <a:spcAft>
                <a:spcPts val="1000"/>
              </a:spcAft>
              <a:buSzPts val="1200"/>
              <a:buChar char="■"/>
              <a:defRPr sz="1200"/>
            </a:lvl9pPr>
          </a:lstStyle>
          <a:p>
            <a:endParaRPr/>
          </a:p>
        </p:txBody>
      </p:sp>
      <p:sp>
        <p:nvSpPr>
          <p:cNvPr id="94" name="Google Shape;94;p1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311700" y="342900"/>
            <a:ext cx="6541800" cy="43206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97" name="Google Shape;97;p1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anks and contact">
  <p:cSld name="MAIN_POINT_1">
    <p:spTree>
      <p:nvGrpSpPr>
        <p:cNvPr id="1" name="Shape 98"/>
        <p:cNvGrpSpPr/>
        <p:nvPr/>
      </p:nvGrpSpPr>
      <p:grpSpPr>
        <a:xfrm>
          <a:off x="0" y="0"/>
          <a:ext cx="0" cy="0"/>
          <a:chOff x="0" y="0"/>
          <a:chExt cx="0" cy="0"/>
        </a:xfrm>
      </p:grpSpPr>
      <p:sp>
        <p:nvSpPr>
          <p:cNvPr id="99" name="Google Shape;99;p1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grpSp>
        <p:nvGrpSpPr>
          <p:cNvPr id="100" name="Google Shape;100;p15"/>
          <p:cNvGrpSpPr/>
          <p:nvPr/>
        </p:nvGrpSpPr>
        <p:grpSpPr>
          <a:xfrm rot="2700000">
            <a:off x="585683" y="481417"/>
            <a:ext cx="694882" cy="564848"/>
            <a:chOff x="919500" y="1916075"/>
            <a:chExt cx="1067700" cy="867900"/>
          </a:xfrm>
        </p:grpSpPr>
        <p:sp>
          <p:nvSpPr>
            <p:cNvPr id="101" name="Google Shape;101;p15"/>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5"/>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 name="Google Shape;103;p15"/>
          <p:cNvGrpSpPr/>
          <p:nvPr/>
        </p:nvGrpSpPr>
        <p:grpSpPr>
          <a:xfrm rot="8100000">
            <a:off x="7746888" y="3437645"/>
            <a:ext cx="912919" cy="742084"/>
            <a:chOff x="521400" y="3135325"/>
            <a:chExt cx="1067700" cy="867900"/>
          </a:xfrm>
        </p:grpSpPr>
        <p:sp>
          <p:nvSpPr>
            <p:cNvPr id="104" name="Google Shape;104;p15"/>
            <p:cNvSpPr/>
            <p:nvPr/>
          </p:nvSpPr>
          <p:spPr>
            <a:xfrm>
              <a:off x="521400" y="3211525"/>
              <a:ext cx="915300" cy="7917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5"/>
            <p:cNvSpPr/>
            <p:nvPr/>
          </p:nvSpPr>
          <p:spPr>
            <a:xfrm>
              <a:off x="673800" y="313532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6" name="Google Shape;106;p15"/>
          <p:cNvSpPr txBox="1">
            <a:spLocks noGrp="1"/>
          </p:cNvSpPr>
          <p:nvPr>
            <p:ph type="title"/>
          </p:nvPr>
        </p:nvSpPr>
        <p:spPr>
          <a:xfrm>
            <a:off x="311700" y="342900"/>
            <a:ext cx="8100000" cy="2094000"/>
          </a:xfrm>
          <a:prstGeom prst="rect">
            <a:avLst/>
          </a:prstGeom>
        </p:spPr>
        <p:txBody>
          <a:bodyPr spcFirstLastPara="1" wrap="square" lIns="91425" tIns="91425" rIns="91425" bIns="91425" anchor="b" anchorCtr="0">
            <a:normAutofit/>
          </a:bodyPr>
          <a:lstStyle>
            <a:lvl1pPr lvl="0" rtl="0">
              <a:spcBef>
                <a:spcPts val="0"/>
              </a:spcBef>
              <a:spcAft>
                <a:spcPts val="0"/>
              </a:spcAft>
              <a:buClr>
                <a:schemeClr val="accent1"/>
              </a:buClr>
              <a:buSzPts val="4800"/>
              <a:buNone/>
              <a:defRPr sz="4800">
                <a:solidFill>
                  <a:schemeClr val="accent1"/>
                </a:solidFill>
              </a:defRPr>
            </a:lvl1pPr>
            <a:lvl2pPr lvl="1"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2pPr>
            <a:lvl3pPr lvl="2"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3pPr>
            <a:lvl4pPr lvl="3"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4pPr>
            <a:lvl5pPr lvl="4"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5pPr>
            <a:lvl6pPr lvl="5"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6pPr>
            <a:lvl7pPr lvl="6"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7pPr>
            <a:lvl8pPr lvl="7"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8pPr>
            <a:lvl9pPr lvl="8" rtl="0">
              <a:spcBef>
                <a:spcPts val="0"/>
              </a:spcBef>
              <a:spcAft>
                <a:spcPts val="0"/>
              </a:spcAft>
              <a:buClr>
                <a:schemeClr val="accent1"/>
              </a:buClr>
              <a:buSzPts val="4800"/>
              <a:buFont typeface="Assistant"/>
              <a:buNone/>
              <a:defRPr sz="4800">
                <a:solidFill>
                  <a:schemeClr val="accent1"/>
                </a:solidFill>
                <a:latin typeface="Assistant"/>
                <a:ea typeface="Assistant"/>
                <a:cs typeface="Assistant"/>
                <a:sym typeface="Assistant"/>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7"/>
        <p:cNvGrpSpPr/>
        <p:nvPr/>
      </p:nvGrpSpPr>
      <p:grpSpPr>
        <a:xfrm>
          <a:off x="0" y="0"/>
          <a:ext cx="0" cy="0"/>
          <a:chOff x="0" y="0"/>
          <a:chExt cx="0" cy="0"/>
        </a:xfrm>
      </p:grpSpPr>
      <p:sp>
        <p:nvSpPr>
          <p:cNvPr id="108" name="Google Shape;108;p16"/>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6"/>
          <p:cNvSpPr txBox="1">
            <a:spLocks noGrp="1"/>
          </p:cNvSpPr>
          <p:nvPr>
            <p:ph type="title"/>
          </p:nvPr>
        </p:nvSpPr>
        <p:spPr>
          <a:xfrm>
            <a:off x="311700" y="679950"/>
            <a:ext cx="3999000" cy="22704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vl1pPr>
            <a:lvl2pPr lvl="1" algn="ctr">
              <a:spcBef>
                <a:spcPts val="0"/>
              </a:spcBef>
              <a:spcAft>
                <a:spcPts val="0"/>
              </a:spcAft>
              <a:buSzPts val="4200"/>
              <a:buFont typeface="Assistant"/>
              <a:buNone/>
              <a:defRPr sz="4200" b="1">
                <a:latin typeface="Assistant"/>
                <a:ea typeface="Assistant"/>
                <a:cs typeface="Assistant"/>
                <a:sym typeface="Assistant"/>
              </a:defRPr>
            </a:lvl2pPr>
            <a:lvl3pPr lvl="2" algn="ctr">
              <a:spcBef>
                <a:spcPts val="0"/>
              </a:spcBef>
              <a:spcAft>
                <a:spcPts val="0"/>
              </a:spcAft>
              <a:buSzPts val="4200"/>
              <a:buFont typeface="Assistant"/>
              <a:buNone/>
              <a:defRPr sz="4200" b="1">
                <a:latin typeface="Assistant"/>
                <a:ea typeface="Assistant"/>
                <a:cs typeface="Assistant"/>
                <a:sym typeface="Assistant"/>
              </a:defRPr>
            </a:lvl3pPr>
            <a:lvl4pPr lvl="3" algn="ctr">
              <a:spcBef>
                <a:spcPts val="0"/>
              </a:spcBef>
              <a:spcAft>
                <a:spcPts val="0"/>
              </a:spcAft>
              <a:buSzPts val="4200"/>
              <a:buFont typeface="Assistant"/>
              <a:buNone/>
              <a:defRPr sz="4200" b="1">
                <a:latin typeface="Assistant"/>
                <a:ea typeface="Assistant"/>
                <a:cs typeface="Assistant"/>
                <a:sym typeface="Assistant"/>
              </a:defRPr>
            </a:lvl4pPr>
            <a:lvl5pPr lvl="4" algn="ctr">
              <a:spcBef>
                <a:spcPts val="0"/>
              </a:spcBef>
              <a:spcAft>
                <a:spcPts val="0"/>
              </a:spcAft>
              <a:buSzPts val="4200"/>
              <a:buFont typeface="Assistant"/>
              <a:buNone/>
              <a:defRPr sz="4200" b="1">
                <a:latin typeface="Assistant"/>
                <a:ea typeface="Assistant"/>
                <a:cs typeface="Assistant"/>
                <a:sym typeface="Assistant"/>
              </a:defRPr>
            </a:lvl5pPr>
            <a:lvl6pPr lvl="5" algn="ctr">
              <a:spcBef>
                <a:spcPts val="0"/>
              </a:spcBef>
              <a:spcAft>
                <a:spcPts val="0"/>
              </a:spcAft>
              <a:buSzPts val="4200"/>
              <a:buFont typeface="Assistant"/>
              <a:buNone/>
              <a:defRPr sz="4200" b="1">
                <a:latin typeface="Assistant"/>
                <a:ea typeface="Assistant"/>
                <a:cs typeface="Assistant"/>
                <a:sym typeface="Assistant"/>
              </a:defRPr>
            </a:lvl6pPr>
            <a:lvl7pPr lvl="6" algn="ctr">
              <a:spcBef>
                <a:spcPts val="0"/>
              </a:spcBef>
              <a:spcAft>
                <a:spcPts val="0"/>
              </a:spcAft>
              <a:buSzPts val="4200"/>
              <a:buFont typeface="Assistant"/>
              <a:buNone/>
              <a:defRPr sz="4200" b="1">
                <a:latin typeface="Assistant"/>
                <a:ea typeface="Assistant"/>
                <a:cs typeface="Assistant"/>
                <a:sym typeface="Assistant"/>
              </a:defRPr>
            </a:lvl7pPr>
            <a:lvl8pPr lvl="7" algn="ctr">
              <a:spcBef>
                <a:spcPts val="0"/>
              </a:spcBef>
              <a:spcAft>
                <a:spcPts val="0"/>
              </a:spcAft>
              <a:buSzPts val="4200"/>
              <a:buFont typeface="Assistant"/>
              <a:buNone/>
              <a:defRPr sz="4200" b="1">
                <a:latin typeface="Assistant"/>
                <a:ea typeface="Assistant"/>
                <a:cs typeface="Assistant"/>
                <a:sym typeface="Assistant"/>
              </a:defRPr>
            </a:lvl8pPr>
            <a:lvl9pPr lvl="8" algn="ctr">
              <a:spcBef>
                <a:spcPts val="0"/>
              </a:spcBef>
              <a:spcAft>
                <a:spcPts val="0"/>
              </a:spcAft>
              <a:buSzPts val="4200"/>
              <a:buFont typeface="Assistant"/>
              <a:buNone/>
              <a:defRPr sz="4200" b="1">
                <a:latin typeface="Assistant"/>
                <a:ea typeface="Assistant"/>
                <a:cs typeface="Assistant"/>
                <a:sym typeface="Assistant"/>
              </a:defRPr>
            </a:lvl9pPr>
          </a:lstStyle>
          <a:p>
            <a:endParaRPr/>
          </a:p>
        </p:txBody>
      </p:sp>
      <p:sp>
        <p:nvSpPr>
          <p:cNvPr id="110" name="Google Shape;110;p16"/>
          <p:cNvSpPr txBox="1">
            <a:spLocks noGrp="1"/>
          </p:cNvSpPr>
          <p:nvPr>
            <p:ph type="subTitle" idx="1"/>
          </p:nvPr>
        </p:nvSpPr>
        <p:spPr>
          <a:xfrm>
            <a:off x="311700" y="2950350"/>
            <a:ext cx="3999000" cy="12351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11" name="Google Shape;111;p16"/>
          <p:cNvSpPr txBox="1">
            <a:spLocks noGrp="1"/>
          </p:cNvSpPr>
          <p:nvPr>
            <p:ph type="body" idx="2"/>
          </p:nvPr>
        </p:nvSpPr>
        <p:spPr>
          <a:xfrm>
            <a:off x="4939500" y="342900"/>
            <a:ext cx="3419400" cy="41796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000"/>
              </a:spcBef>
              <a:spcAft>
                <a:spcPts val="0"/>
              </a:spcAft>
              <a:buClr>
                <a:schemeClr val="lt1"/>
              </a:buClr>
              <a:buSzPts val="1400"/>
              <a:buChar char="○"/>
              <a:defRPr>
                <a:solidFill>
                  <a:schemeClr val="lt1"/>
                </a:solidFill>
              </a:defRPr>
            </a:lvl2pPr>
            <a:lvl3pPr marL="1371600" lvl="2" indent="-317500">
              <a:spcBef>
                <a:spcPts val="1000"/>
              </a:spcBef>
              <a:spcAft>
                <a:spcPts val="0"/>
              </a:spcAft>
              <a:buClr>
                <a:schemeClr val="lt1"/>
              </a:buClr>
              <a:buSzPts val="1400"/>
              <a:buChar char="■"/>
              <a:defRPr>
                <a:solidFill>
                  <a:schemeClr val="lt1"/>
                </a:solidFill>
              </a:defRPr>
            </a:lvl3pPr>
            <a:lvl4pPr marL="1828800" lvl="3" indent="-317500">
              <a:spcBef>
                <a:spcPts val="1000"/>
              </a:spcBef>
              <a:spcAft>
                <a:spcPts val="0"/>
              </a:spcAft>
              <a:buClr>
                <a:schemeClr val="lt1"/>
              </a:buClr>
              <a:buSzPts val="1400"/>
              <a:buChar char="●"/>
              <a:defRPr>
                <a:solidFill>
                  <a:schemeClr val="lt1"/>
                </a:solidFill>
              </a:defRPr>
            </a:lvl4pPr>
            <a:lvl5pPr marL="2286000" lvl="4" indent="-317500">
              <a:spcBef>
                <a:spcPts val="1000"/>
              </a:spcBef>
              <a:spcAft>
                <a:spcPts val="0"/>
              </a:spcAft>
              <a:buClr>
                <a:schemeClr val="lt1"/>
              </a:buClr>
              <a:buSzPts val="1400"/>
              <a:buChar char="○"/>
              <a:defRPr>
                <a:solidFill>
                  <a:schemeClr val="lt1"/>
                </a:solidFill>
              </a:defRPr>
            </a:lvl5pPr>
            <a:lvl6pPr marL="2743200" lvl="5" indent="-317500">
              <a:spcBef>
                <a:spcPts val="1000"/>
              </a:spcBef>
              <a:spcAft>
                <a:spcPts val="0"/>
              </a:spcAft>
              <a:buClr>
                <a:schemeClr val="lt1"/>
              </a:buClr>
              <a:buSzPts val="1400"/>
              <a:buChar char="■"/>
              <a:defRPr>
                <a:solidFill>
                  <a:schemeClr val="lt1"/>
                </a:solidFill>
              </a:defRPr>
            </a:lvl6pPr>
            <a:lvl7pPr marL="3200400" lvl="6" indent="-317500">
              <a:spcBef>
                <a:spcPts val="1000"/>
              </a:spcBef>
              <a:spcAft>
                <a:spcPts val="0"/>
              </a:spcAft>
              <a:buClr>
                <a:schemeClr val="lt1"/>
              </a:buClr>
              <a:buSzPts val="1400"/>
              <a:buChar char="●"/>
              <a:defRPr>
                <a:solidFill>
                  <a:schemeClr val="lt1"/>
                </a:solidFill>
              </a:defRPr>
            </a:lvl7pPr>
            <a:lvl8pPr marL="3657600" lvl="7" indent="-317500">
              <a:spcBef>
                <a:spcPts val="1000"/>
              </a:spcBef>
              <a:spcAft>
                <a:spcPts val="0"/>
              </a:spcAft>
              <a:buClr>
                <a:schemeClr val="lt1"/>
              </a:buClr>
              <a:buSzPts val="1400"/>
              <a:buChar char="○"/>
              <a:defRPr>
                <a:solidFill>
                  <a:schemeClr val="lt1"/>
                </a:solidFill>
              </a:defRPr>
            </a:lvl8pPr>
            <a:lvl9pPr marL="4114800" lvl="8" indent="-317500">
              <a:spcBef>
                <a:spcPts val="1000"/>
              </a:spcBef>
              <a:spcAft>
                <a:spcPts val="1000"/>
              </a:spcAft>
              <a:buClr>
                <a:schemeClr val="lt1"/>
              </a:buClr>
              <a:buSzPts val="1400"/>
              <a:buChar char="■"/>
              <a:defRPr>
                <a:solidFill>
                  <a:schemeClr val="lt1"/>
                </a:solidFill>
              </a:defRPr>
            </a:lvl9pPr>
          </a:lstStyle>
          <a:p>
            <a:endParaRPr/>
          </a:p>
        </p:txBody>
      </p:sp>
      <p:sp>
        <p:nvSpPr>
          <p:cNvPr id="112" name="Google Shape;112;p1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3"/>
        <p:cNvGrpSpPr/>
        <p:nvPr/>
      </p:nvGrpSpPr>
      <p:grpSpPr>
        <a:xfrm>
          <a:off x="0" y="0"/>
          <a:ext cx="0" cy="0"/>
          <a:chOff x="0" y="0"/>
          <a:chExt cx="0" cy="0"/>
        </a:xfrm>
      </p:grpSpPr>
      <p:sp>
        <p:nvSpPr>
          <p:cNvPr id="114" name="Google Shape;114;p17"/>
          <p:cNvSpPr txBox="1">
            <a:spLocks noGrp="1"/>
          </p:cNvSpPr>
          <p:nvPr>
            <p:ph type="body" idx="1"/>
          </p:nvPr>
        </p:nvSpPr>
        <p:spPr>
          <a:xfrm>
            <a:off x="311700" y="4663200"/>
            <a:ext cx="7082100" cy="4803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000"/>
              <a:buNone/>
              <a:defRPr sz="1000"/>
            </a:lvl1pPr>
          </a:lstStyle>
          <a:p>
            <a:endParaRPr/>
          </a:p>
        </p:txBody>
      </p:sp>
      <p:sp>
        <p:nvSpPr>
          <p:cNvPr id="115" name="Google Shape;115;p1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ig number 1">
  <p:cSld name="BIG_NUMBER">
    <p:spTree>
      <p:nvGrpSpPr>
        <p:cNvPr id="1" name="Shape 116"/>
        <p:cNvGrpSpPr/>
        <p:nvPr/>
      </p:nvGrpSpPr>
      <p:grpSpPr>
        <a:xfrm>
          <a:off x="0" y="0"/>
          <a:ext cx="0" cy="0"/>
          <a:chOff x="0" y="0"/>
          <a:chExt cx="0" cy="0"/>
        </a:xfrm>
      </p:grpSpPr>
      <p:sp>
        <p:nvSpPr>
          <p:cNvPr id="117" name="Google Shape;117;p18"/>
          <p:cNvSpPr txBox="1">
            <a:spLocks noGrp="1"/>
          </p:cNvSpPr>
          <p:nvPr>
            <p:ph type="title" hasCustomPrompt="1"/>
          </p:nvPr>
        </p:nvSpPr>
        <p:spPr>
          <a:xfrm>
            <a:off x="311700" y="898300"/>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accent4"/>
              </a:buClr>
              <a:buSzPts val="12000"/>
              <a:buNone/>
              <a:defRPr sz="12000">
                <a:solidFill>
                  <a:schemeClr val="accent4"/>
                </a:solidFill>
              </a:defRPr>
            </a:lvl1pPr>
            <a:lvl2pPr lvl="1" algn="ctr">
              <a:spcBef>
                <a:spcPts val="0"/>
              </a:spcBef>
              <a:spcAft>
                <a:spcPts val="0"/>
              </a:spcAft>
              <a:buClr>
                <a:schemeClr val="accent4"/>
              </a:buClr>
              <a:buSzPts val="12000"/>
              <a:buNone/>
              <a:defRPr sz="12000">
                <a:solidFill>
                  <a:schemeClr val="accent4"/>
                </a:solidFill>
              </a:defRPr>
            </a:lvl2pPr>
            <a:lvl3pPr lvl="2" algn="ctr">
              <a:spcBef>
                <a:spcPts val="0"/>
              </a:spcBef>
              <a:spcAft>
                <a:spcPts val="0"/>
              </a:spcAft>
              <a:buClr>
                <a:schemeClr val="accent4"/>
              </a:buClr>
              <a:buSzPts val="12000"/>
              <a:buNone/>
              <a:defRPr sz="12000">
                <a:solidFill>
                  <a:schemeClr val="accent4"/>
                </a:solidFill>
              </a:defRPr>
            </a:lvl3pPr>
            <a:lvl4pPr lvl="3" algn="ctr">
              <a:spcBef>
                <a:spcPts val="0"/>
              </a:spcBef>
              <a:spcAft>
                <a:spcPts val="0"/>
              </a:spcAft>
              <a:buClr>
                <a:schemeClr val="accent4"/>
              </a:buClr>
              <a:buSzPts val="12000"/>
              <a:buNone/>
              <a:defRPr sz="12000">
                <a:solidFill>
                  <a:schemeClr val="accent4"/>
                </a:solidFill>
              </a:defRPr>
            </a:lvl4pPr>
            <a:lvl5pPr lvl="4" algn="ctr">
              <a:spcBef>
                <a:spcPts val="0"/>
              </a:spcBef>
              <a:spcAft>
                <a:spcPts val="0"/>
              </a:spcAft>
              <a:buClr>
                <a:schemeClr val="accent4"/>
              </a:buClr>
              <a:buSzPts val="12000"/>
              <a:buNone/>
              <a:defRPr sz="12000">
                <a:solidFill>
                  <a:schemeClr val="accent4"/>
                </a:solidFill>
              </a:defRPr>
            </a:lvl5pPr>
            <a:lvl6pPr lvl="5" algn="ctr">
              <a:spcBef>
                <a:spcPts val="0"/>
              </a:spcBef>
              <a:spcAft>
                <a:spcPts val="0"/>
              </a:spcAft>
              <a:buClr>
                <a:schemeClr val="accent4"/>
              </a:buClr>
              <a:buSzPts val="12000"/>
              <a:buNone/>
              <a:defRPr sz="12000">
                <a:solidFill>
                  <a:schemeClr val="accent4"/>
                </a:solidFill>
              </a:defRPr>
            </a:lvl6pPr>
            <a:lvl7pPr lvl="6" algn="ctr">
              <a:spcBef>
                <a:spcPts val="0"/>
              </a:spcBef>
              <a:spcAft>
                <a:spcPts val="0"/>
              </a:spcAft>
              <a:buClr>
                <a:schemeClr val="accent4"/>
              </a:buClr>
              <a:buSzPts val="12000"/>
              <a:buNone/>
              <a:defRPr sz="12000">
                <a:solidFill>
                  <a:schemeClr val="accent4"/>
                </a:solidFill>
              </a:defRPr>
            </a:lvl7pPr>
            <a:lvl8pPr lvl="7" algn="ctr">
              <a:spcBef>
                <a:spcPts val="0"/>
              </a:spcBef>
              <a:spcAft>
                <a:spcPts val="0"/>
              </a:spcAft>
              <a:buClr>
                <a:schemeClr val="accent4"/>
              </a:buClr>
              <a:buSzPts val="12000"/>
              <a:buNone/>
              <a:defRPr sz="12000">
                <a:solidFill>
                  <a:schemeClr val="accent4"/>
                </a:solidFill>
              </a:defRPr>
            </a:lvl8pPr>
            <a:lvl9pPr lvl="8" algn="ctr">
              <a:spcBef>
                <a:spcPts val="0"/>
              </a:spcBef>
              <a:spcAft>
                <a:spcPts val="0"/>
              </a:spcAft>
              <a:buClr>
                <a:schemeClr val="accent4"/>
              </a:buClr>
              <a:buSzPts val="12000"/>
              <a:buNone/>
              <a:defRPr sz="12000">
                <a:solidFill>
                  <a:schemeClr val="accent4"/>
                </a:solidFill>
              </a:defRPr>
            </a:lvl9pPr>
          </a:lstStyle>
          <a:p>
            <a:r>
              <a:t>xx%</a:t>
            </a:r>
          </a:p>
        </p:txBody>
      </p:sp>
      <p:sp>
        <p:nvSpPr>
          <p:cNvPr id="118" name="Google Shape;118;p18"/>
          <p:cNvSpPr txBox="1">
            <a:spLocks noGrp="1"/>
          </p:cNvSpPr>
          <p:nvPr>
            <p:ph type="body" idx="1"/>
          </p:nvPr>
        </p:nvSpPr>
        <p:spPr>
          <a:xfrm>
            <a:off x="311700" y="2944400"/>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1000"/>
              </a:spcBef>
              <a:spcAft>
                <a:spcPts val="0"/>
              </a:spcAft>
              <a:buSzPts val="1400"/>
              <a:buChar char="○"/>
              <a:defRPr/>
            </a:lvl2pPr>
            <a:lvl3pPr marL="1371600" lvl="2" indent="-317500" algn="ctr">
              <a:spcBef>
                <a:spcPts val="1000"/>
              </a:spcBef>
              <a:spcAft>
                <a:spcPts val="0"/>
              </a:spcAft>
              <a:buSzPts val="1400"/>
              <a:buChar char="■"/>
              <a:defRPr/>
            </a:lvl3pPr>
            <a:lvl4pPr marL="1828800" lvl="3" indent="-317500" algn="ctr">
              <a:spcBef>
                <a:spcPts val="1000"/>
              </a:spcBef>
              <a:spcAft>
                <a:spcPts val="0"/>
              </a:spcAft>
              <a:buSzPts val="1400"/>
              <a:buChar char="●"/>
              <a:defRPr/>
            </a:lvl4pPr>
            <a:lvl5pPr marL="2286000" lvl="4" indent="-317500" algn="ctr">
              <a:spcBef>
                <a:spcPts val="1000"/>
              </a:spcBef>
              <a:spcAft>
                <a:spcPts val="0"/>
              </a:spcAft>
              <a:buSzPts val="1400"/>
              <a:buChar char="○"/>
              <a:defRPr/>
            </a:lvl5pPr>
            <a:lvl6pPr marL="2743200" lvl="5" indent="-317500" algn="ctr">
              <a:spcBef>
                <a:spcPts val="1000"/>
              </a:spcBef>
              <a:spcAft>
                <a:spcPts val="0"/>
              </a:spcAft>
              <a:buSzPts val="1400"/>
              <a:buChar char="■"/>
              <a:defRPr/>
            </a:lvl6pPr>
            <a:lvl7pPr marL="3200400" lvl="6" indent="-317500" algn="ctr">
              <a:spcBef>
                <a:spcPts val="1000"/>
              </a:spcBef>
              <a:spcAft>
                <a:spcPts val="0"/>
              </a:spcAft>
              <a:buSzPts val="1400"/>
              <a:buChar char="●"/>
              <a:defRPr/>
            </a:lvl7pPr>
            <a:lvl8pPr marL="3657600" lvl="7" indent="-317500" algn="ctr">
              <a:spcBef>
                <a:spcPts val="1000"/>
              </a:spcBef>
              <a:spcAft>
                <a:spcPts val="0"/>
              </a:spcAft>
              <a:buSzPts val="1400"/>
              <a:buChar char="○"/>
              <a:defRPr/>
            </a:lvl8pPr>
            <a:lvl9pPr marL="4114800" lvl="8" indent="-317500" algn="ctr">
              <a:spcBef>
                <a:spcPts val="1000"/>
              </a:spcBef>
              <a:spcAft>
                <a:spcPts val="1000"/>
              </a:spcAft>
              <a:buSzPts val="1400"/>
              <a:buChar char="■"/>
              <a:defRPr/>
            </a:lvl9pPr>
          </a:lstStyle>
          <a:p>
            <a:endParaRPr/>
          </a:p>
        </p:txBody>
      </p:sp>
      <p:sp>
        <p:nvSpPr>
          <p:cNvPr id="119" name="Google Shape;119;p18"/>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ig number 2">
  <p:cSld name="BIG_NUMBER_1">
    <p:spTree>
      <p:nvGrpSpPr>
        <p:cNvPr id="1" name="Shape 120"/>
        <p:cNvGrpSpPr/>
        <p:nvPr/>
      </p:nvGrpSpPr>
      <p:grpSpPr>
        <a:xfrm>
          <a:off x="0" y="0"/>
          <a:ext cx="0" cy="0"/>
          <a:chOff x="0" y="0"/>
          <a:chExt cx="0" cy="0"/>
        </a:xfrm>
      </p:grpSpPr>
      <p:sp>
        <p:nvSpPr>
          <p:cNvPr id="121" name="Google Shape;121;p19"/>
          <p:cNvSpPr txBox="1">
            <a:spLocks noGrp="1"/>
          </p:cNvSpPr>
          <p:nvPr>
            <p:ph type="title" hasCustomPrompt="1"/>
          </p:nvPr>
        </p:nvSpPr>
        <p:spPr>
          <a:xfrm>
            <a:off x="31170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2" name="Google Shape;122;p19"/>
          <p:cNvSpPr txBox="1">
            <a:spLocks noGrp="1"/>
          </p:cNvSpPr>
          <p:nvPr>
            <p:ph type="body" idx="1"/>
          </p:nvPr>
        </p:nvSpPr>
        <p:spPr>
          <a:xfrm>
            <a:off x="31170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
        <p:nvSpPr>
          <p:cNvPr id="123" name="Google Shape;123;p1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124" name="Google Shape;124;p19"/>
          <p:cNvSpPr txBox="1">
            <a:spLocks noGrp="1"/>
          </p:cNvSpPr>
          <p:nvPr>
            <p:ph type="title" idx="2" hasCustomPrompt="1"/>
          </p:nvPr>
        </p:nvSpPr>
        <p:spPr>
          <a:xfrm>
            <a:off x="641580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5" name="Google Shape;125;p19"/>
          <p:cNvSpPr txBox="1">
            <a:spLocks noGrp="1"/>
          </p:cNvSpPr>
          <p:nvPr>
            <p:ph type="body" idx="3"/>
          </p:nvPr>
        </p:nvSpPr>
        <p:spPr>
          <a:xfrm>
            <a:off x="641580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
        <p:nvSpPr>
          <p:cNvPr id="126" name="Google Shape;126;p19"/>
          <p:cNvSpPr txBox="1">
            <a:spLocks noGrp="1"/>
          </p:cNvSpPr>
          <p:nvPr>
            <p:ph type="title" idx="4" hasCustomPrompt="1"/>
          </p:nvPr>
        </p:nvSpPr>
        <p:spPr>
          <a:xfrm>
            <a:off x="3363750" y="898300"/>
            <a:ext cx="24165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accent4"/>
              </a:buClr>
              <a:buSzPts val="7200"/>
              <a:buNone/>
              <a:defRPr sz="7200">
                <a:solidFill>
                  <a:schemeClr val="accent4"/>
                </a:solidFill>
              </a:defRPr>
            </a:lvl1pPr>
            <a:lvl2pPr lvl="1" algn="ctr" rtl="0">
              <a:spcBef>
                <a:spcPts val="0"/>
              </a:spcBef>
              <a:spcAft>
                <a:spcPts val="0"/>
              </a:spcAft>
              <a:buClr>
                <a:schemeClr val="accent4"/>
              </a:buClr>
              <a:buSzPts val="7200"/>
              <a:buNone/>
              <a:defRPr sz="7200">
                <a:solidFill>
                  <a:schemeClr val="accent4"/>
                </a:solidFill>
              </a:defRPr>
            </a:lvl2pPr>
            <a:lvl3pPr lvl="2" algn="ctr" rtl="0">
              <a:spcBef>
                <a:spcPts val="0"/>
              </a:spcBef>
              <a:spcAft>
                <a:spcPts val="0"/>
              </a:spcAft>
              <a:buClr>
                <a:schemeClr val="accent4"/>
              </a:buClr>
              <a:buSzPts val="7200"/>
              <a:buNone/>
              <a:defRPr sz="7200">
                <a:solidFill>
                  <a:schemeClr val="accent4"/>
                </a:solidFill>
              </a:defRPr>
            </a:lvl3pPr>
            <a:lvl4pPr lvl="3" algn="ctr" rtl="0">
              <a:spcBef>
                <a:spcPts val="0"/>
              </a:spcBef>
              <a:spcAft>
                <a:spcPts val="0"/>
              </a:spcAft>
              <a:buClr>
                <a:schemeClr val="accent4"/>
              </a:buClr>
              <a:buSzPts val="7200"/>
              <a:buNone/>
              <a:defRPr sz="7200">
                <a:solidFill>
                  <a:schemeClr val="accent4"/>
                </a:solidFill>
              </a:defRPr>
            </a:lvl4pPr>
            <a:lvl5pPr lvl="4" algn="ctr" rtl="0">
              <a:spcBef>
                <a:spcPts val="0"/>
              </a:spcBef>
              <a:spcAft>
                <a:spcPts val="0"/>
              </a:spcAft>
              <a:buClr>
                <a:schemeClr val="accent4"/>
              </a:buClr>
              <a:buSzPts val="7200"/>
              <a:buNone/>
              <a:defRPr sz="7200">
                <a:solidFill>
                  <a:schemeClr val="accent4"/>
                </a:solidFill>
              </a:defRPr>
            </a:lvl5pPr>
            <a:lvl6pPr lvl="5" algn="ctr" rtl="0">
              <a:spcBef>
                <a:spcPts val="0"/>
              </a:spcBef>
              <a:spcAft>
                <a:spcPts val="0"/>
              </a:spcAft>
              <a:buClr>
                <a:schemeClr val="accent4"/>
              </a:buClr>
              <a:buSzPts val="7200"/>
              <a:buNone/>
              <a:defRPr sz="7200">
                <a:solidFill>
                  <a:schemeClr val="accent4"/>
                </a:solidFill>
              </a:defRPr>
            </a:lvl6pPr>
            <a:lvl7pPr lvl="6" algn="ctr" rtl="0">
              <a:spcBef>
                <a:spcPts val="0"/>
              </a:spcBef>
              <a:spcAft>
                <a:spcPts val="0"/>
              </a:spcAft>
              <a:buClr>
                <a:schemeClr val="accent4"/>
              </a:buClr>
              <a:buSzPts val="7200"/>
              <a:buNone/>
              <a:defRPr sz="7200">
                <a:solidFill>
                  <a:schemeClr val="accent4"/>
                </a:solidFill>
              </a:defRPr>
            </a:lvl7pPr>
            <a:lvl8pPr lvl="7" algn="ctr" rtl="0">
              <a:spcBef>
                <a:spcPts val="0"/>
              </a:spcBef>
              <a:spcAft>
                <a:spcPts val="0"/>
              </a:spcAft>
              <a:buClr>
                <a:schemeClr val="accent4"/>
              </a:buClr>
              <a:buSzPts val="7200"/>
              <a:buNone/>
              <a:defRPr sz="7200">
                <a:solidFill>
                  <a:schemeClr val="accent4"/>
                </a:solidFill>
              </a:defRPr>
            </a:lvl8pPr>
            <a:lvl9pPr lvl="8" algn="ctr" rtl="0">
              <a:spcBef>
                <a:spcPts val="0"/>
              </a:spcBef>
              <a:spcAft>
                <a:spcPts val="0"/>
              </a:spcAft>
              <a:buClr>
                <a:schemeClr val="accent4"/>
              </a:buClr>
              <a:buSzPts val="7200"/>
              <a:buNone/>
              <a:defRPr sz="7200">
                <a:solidFill>
                  <a:schemeClr val="accent4"/>
                </a:solidFill>
              </a:defRPr>
            </a:lvl9pPr>
          </a:lstStyle>
          <a:p>
            <a:r>
              <a:t>xx%</a:t>
            </a:r>
          </a:p>
        </p:txBody>
      </p:sp>
      <p:sp>
        <p:nvSpPr>
          <p:cNvPr id="127" name="Google Shape;127;p19"/>
          <p:cNvSpPr txBox="1">
            <a:spLocks noGrp="1"/>
          </p:cNvSpPr>
          <p:nvPr>
            <p:ph type="body" idx="5"/>
          </p:nvPr>
        </p:nvSpPr>
        <p:spPr>
          <a:xfrm>
            <a:off x="3363750" y="2944400"/>
            <a:ext cx="24165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1000"/>
              </a:spcBef>
              <a:spcAft>
                <a:spcPts val="0"/>
              </a:spcAft>
              <a:buSzPts val="1400"/>
              <a:buChar char="○"/>
              <a:defRPr/>
            </a:lvl2pPr>
            <a:lvl3pPr marL="1371600" lvl="2" indent="-317500" algn="ctr" rtl="0">
              <a:spcBef>
                <a:spcPts val="1000"/>
              </a:spcBef>
              <a:spcAft>
                <a:spcPts val="0"/>
              </a:spcAft>
              <a:buSzPts val="1400"/>
              <a:buChar char="■"/>
              <a:defRPr/>
            </a:lvl3pPr>
            <a:lvl4pPr marL="1828800" lvl="3" indent="-317500" algn="ctr" rtl="0">
              <a:spcBef>
                <a:spcPts val="1000"/>
              </a:spcBef>
              <a:spcAft>
                <a:spcPts val="0"/>
              </a:spcAft>
              <a:buSzPts val="1400"/>
              <a:buChar char="●"/>
              <a:defRPr/>
            </a:lvl4pPr>
            <a:lvl5pPr marL="2286000" lvl="4" indent="-317500" algn="ctr" rtl="0">
              <a:spcBef>
                <a:spcPts val="1000"/>
              </a:spcBef>
              <a:spcAft>
                <a:spcPts val="0"/>
              </a:spcAft>
              <a:buSzPts val="1400"/>
              <a:buChar char="○"/>
              <a:defRPr/>
            </a:lvl5pPr>
            <a:lvl6pPr marL="2743200" lvl="5" indent="-317500" algn="ctr" rtl="0">
              <a:spcBef>
                <a:spcPts val="1000"/>
              </a:spcBef>
              <a:spcAft>
                <a:spcPts val="0"/>
              </a:spcAft>
              <a:buSzPts val="1400"/>
              <a:buChar char="■"/>
              <a:defRPr/>
            </a:lvl6pPr>
            <a:lvl7pPr marL="3200400" lvl="6" indent="-317500" algn="ctr" rtl="0">
              <a:spcBef>
                <a:spcPts val="1000"/>
              </a:spcBef>
              <a:spcAft>
                <a:spcPts val="0"/>
              </a:spcAft>
              <a:buSzPts val="1400"/>
              <a:buChar char="●"/>
              <a:defRPr/>
            </a:lvl7pPr>
            <a:lvl8pPr marL="3657600" lvl="7" indent="-317500" algn="ctr" rtl="0">
              <a:spcBef>
                <a:spcPts val="1000"/>
              </a:spcBef>
              <a:spcAft>
                <a:spcPts val="0"/>
              </a:spcAft>
              <a:buSzPts val="1400"/>
              <a:buChar char="○"/>
              <a:defRPr/>
            </a:lvl8pPr>
            <a:lvl9pPr marL="4114800" lvl="8" indent="-317500" algn="ctr" rtl="0">
              <a:spcBef>
                <a:spcPts val="1000"/>
              </a:spcBef>
              <a:spcAft>
                <a:spcPts val="1000"/>
              </a:spcAft>
              <a:buSzPts val="14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2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42900"/>
            <a:ext cx="8147100" cy="572700"/>
          </a:xfrm>
          <a:prstGeom prst="rect">
            <a:avLst/>
          </a:prstGeom>
          <a:noFill/>
          <a:ln>
            <a:noFill/>
          </a:ln>
        </p:spPr>
        <p:txBody>
          <a:bodyPr spcFirstLastPara="1" wrap="square" lIns="91425" tIns="91425" rIns="91425" bIns="91425" anchor="ctr" anchorCtr="0">
            <a:normAutofit/>
          </a:bodyPr>
          <a:lstStyle>
            <a:lvl1pPr lvl="0">
              <a:spcBef>
                <a:spcPts val="0"/>
              </a:spcBef>
              <a:spcAft>
                <a:spcPts val="0"/>
              </a:spcAft>
              <a:buClr>
                <a:schemeClr val="dk1"/>
              </a:buClr>
              <a:buSzPts val="2800"/>
              <a:buFont typeface="Assistant"/>
              <a:buNone/>
              <a:defRPr sz="2800" b="1">
                <a:solidFill>
                  <a:schemeClr val="dk1"/>
                </a:solidFill>
                <a:latin typeface="Assistant"/>
                <a:ea typeface="Assistant"/>
                <a:cs typeface="Assistant"/>
                <a:sym typeface="Assistan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915600"/>
            <a:ext cx="8520600" cy="3747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Assistant"/>
              <a:buChar char="●"/>
              <a:defRPr sz="1800">
                <a:solidFill>
                  <a:schemeClr val="dk1"/>
                </a:solidFill>
                <a:latin typeface="Assistant"/>
                <a:ea typeface="Assistant"/>
                <a:cs typeface="Assistant"/>
                <a:sym typeface="Assistant"/>
              </a:defRPr>
            </a:lvl1pPr>
            <a:lvl2pPr marL="914400" lvl="1"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2pPr>
            <a:lvl3pPr marL="1371600" lvl="2"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3pPr>
            <a:lvl4pPr marL="1828800" lvl="3"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4pPr>
            <a:lvl5pPr marL="2286000" lvl="4"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5pPr>
            <a:lvl6pPr marL="2743200" lvl="5"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6pPr>
            <a:lvl7pPr marL="3200400" lvl="6"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7pPr>
            <a:lvl8pPr marL="3657600" lvl="7" indent="-317500">
              <a:lnSpc>
                <a:spcPct val="115000"/>
              </a:lnSpc>
              <a:spcBef>
                <a:spcPts val="1000"/>
              </a:spcBef>
              <a:spcAft>
                <a:spcPts val="0"/>
              </a:spcAft>
              <a:buClr>
                <a:schemeClr val="dk1"/>
              </a:buClr>
              <a:buSzPts val="1400"/>
              <a:buFont typeface="Assistant"/>
              <a:buChar char="○"/>
              <a:defRPr>
                <a:solidFill>
                  <a:schemeClr val="dk1"/>
                </a:solidFill>
                <a:latin typeface="Assistant"/>
                <a:ea typeface="Assistant"/>
                <a:cs typeface="Assistant"/>
                <a:sym typeface="Assistant"/>
              </a:defRPr>
            </a:lvl8pPr>
            <a:lvl9pPr marL="4114800" lvl="8" indent="-317500">
              <a:lnSpc>
                <a:spcPct val="115000"/>
              </a:lnSpc>
              <a:spcBef>
                <a:spcPts val="1000"/>
              </a:spcBef>
              <a:spcAft>
                <a:spcPts val="1000"/>
              </a:spcAft>
              <a:buClr>
                <a:schemeClr val="dk1"/>
              </a:buClr>
              <a:buSzPts val="1400"/>
              <a:buFont typeface="Assistant"/>
              <a:buChar char="■"/>
              <a:defRPr>
                <a:solidFill>
                  <a:schemeClr val="dk1"/>
                </a:solidFill>
                <a:latin typeface="Assistant"/>
                <a:ea typeface="Assistant"/>
                <a:cs typeface="Assistant"/>
                <a:sym typeface="Assistant"/>
              </a:defRPr>
            </a:lvl9pPr>
          </a:lstStyle>
          <a:p>
            <a:endParaRPr/>
          </a:p>
        </p:txBody>
      </p:sp>
      <p:sp>
        <p:nvSpPr>
          <p:cNvPr id="8" name="Google Shape;8;p1"/>
          <p:cNvSpPr txBox="1">
            <a:spLocks noGrp="1"/>
          </p:cNvSpPr>
          <p:nvPr>
            <p:ph type="sldNum" idx="12"/>
          </p:nvPr>
        </p:nvSpPr>
        <p:spPr>
          <a:xfrm>
            <a:off x="8466613" y="4762672"/>
            <a:ext cx="365700" cy="274200"/>
          </a:xfrm>
          <a:prstGeom prst="rect">
            <a:avLst/>
          </a:prstGeom>
          <a:noFill/>
          <a:ln>
            <a:noFill/>
          </a:ln>
        </p:spPr>
        <p:txBody>
          <a:bodyPr spcFirstLastPara="1" wrap="square" lIns="91425" tIns="91425" rIns="91425" bIns="91425" anchor="ctr" anchorCtr="0">
            <a:normAutofit fontScale="92500" lnSpcReduction="20000"/>
          </a:bodyPr>
          <a:lstStyle>
            <a:lvl1pPr lvl="0" algn="r">
              <a:buNone/>
              <a:defRPr sz="800">
                <a:solidFill>
                  <a:schemeClr val="dk2"/>
                </a:solidFill>
                <a:latin typeface="Assistant"/>
                <a:ea typeface="Assistant"/>
                <a:cs typeface="Assistant"/>
                <a:sym typeface="Assistant"/>
              </a:defRPr>
            </a:lvl1pPr>
            <a:lvl2pPr lvl="1" algn="r">
              <a:buNone/>
              <a:defRPr sz="800">
                <a:solidFill>
                  <a:schemeClr val="dk2"/>
                </a:solidFill>
                <a:latin typeface="Assistant"/>
                <a:ea typeface="Assistant"/>
                <a:cs typeface="Assistant"/>
                <a:sym typeface="Assistant"/>
              </a:defRPr>
            </a:lvl2pPr>
            <a:lvl3pPr lvl="2" algn="r">
              <a:buNone/>
              <a:defRPr sz="800">
                <a:solidFill>
                  <a:schemeClr val="dk2"/>
                </a:solidFill>
                <a:latin typeface="Assistant"/>
                <a:ea typeface="Assistant"/>
                <a:cs typeface="Assistant"/>
                <a:sym typeface="Assistant"/>
              </a:defRPr>
            </a:lvl3pPr>
            <a:lvl4pPr lvl="3" algn="r">
              <a:buNone/>
              <a:defRPr sz="800">
                <a:solidFill>
                  <a:schemeClr val="dk2"/>
                </a:solidFill>
                <a:latin typeface="Assistant"/>
                <a:ea typeface="Assistant"/>
                <a:cs typeface="Assistant"/>
                <a:sym typeface="Assistant"/>
              </a:defRPr>
            </a:lvl4pPr>
            <a:lvl5pPr lvl="4" algn="r">
              <a:buNone/>
              <a:defRPr sz="800">
                <a:solidFill>
                  <a:schemeClr val="dk2"/>
                </a:solidFill>
                <a:latin typeface="Assistant"/>
                <a:ea typeface="Assistant"/>
                <a:cs typeface="Assistant"/>
                <a:sym typeface="Assistant"/>
              </a:defRPr>
            </a:lvl5pPr>
            <a:lvl6pPr lvl="5" algn="r">
              <a:buNone/>
              <a:defRPr sz="800">
                <a:solidFill>
                  <a:schemeClr val="dk2"/>
                </a:solidFill>
                <a:latin typeface="Assistant"/>
                <a:ea typeface="Assistant"/>
                <a:cs typeface="Assistant"/>
                <a:sym typeface="Assistant"/>
              </a:defRPr>
            </a:lvl6pPr>
            <a:lvl7pPr lvl="6" algn="r">
              <a:buNone/>
              <a:defRPr sz="800">
                <a:solidFill>
                  <a:schemeClr val="dk2"/>
                </a:solidFill>
                <a:latin typeface="Assistant"/>
                <a:ea typeface="Assistant"/>
                <a:cs typeface="Assistant"/>
                <a:sym typeface="Assistant"/>
              </a:defRPr>
            </a:lvl7pPr>
            <a:lvl8pPr lvl="7" algn="r">
              <a:buNone/>
              <a:defRPr sz="800">
                <a:solidFill>
                  <a:schemeClr val="dk2"/>
                </a:solidFill>
                <a:latin typeface="Assistant"/>
                <a:ea typeface="Assistant"/>
                <a:cs typeface="Assistant"/>
                <a:sym typeface="Assistant"/>
              </a:defRPr>
            </a:lvl8pPr>
            <a:lvl9pPr lvl="8" algn="r">
              <a:buNone/>
              <a:defRPr sz="800">
                <a:solidFill>
                  <a:schemeClr val="dk2"/>
                </a:solidFill>
                <a:latin typeface="Assistant"/>
                <a:ea typeface="Assistant"/>
                <a:cs typeface="Assistant"/>
                <a:sym typeface="Assistant"/>
              </a:defRPr>
            </a:lvl9pPr>
          </a:lstStyle>
          <a:p>
            <a:pPr marL="0" lvl="0" indent="0" algn="r" rtl="0">
              <a:spcBef>
                <a:spcPts val="0"/>
              </a:spcBef>
              <a:spcAft>
                <a:spcPts val="0"/>
              </a:spcAft>
              <a:buNone/>
            </a:pPr>
            <a:fld id="{00000000-1234-1234-1234-123412341234}" type="slidenum">
              <a:rPr lang="en"/>
              <a:t>‹#›</a:t>
            </a:fld>
            <a:endParaRPr/>
          </a:p>
        </p:txBody>
      </p:sp>
      <p:grpSp>
        <p:nvGrpSpPr>
          <p:cNvPr id="9" name="Google Shape;9;p1"/>
          <p:cNvGrpSpPr/>
          <p:nvPr/>
        </p:nvGrpSpPr>
        <p:grpSpPr>
          <a:xfrm>
            <a:off x="8458848" y="343116"/>
            <a:ext cx="381224" cy="576102"/>
            <a:chOff x="8458848" y="343116"/>
            <a:chExt cx="381224" cy="576102"/>
          </a:xfrm>
        </p:grpSpPr>
        <p:sp>
          <p:nvSpPr>
            <p:cNvPr id="10" name="Google Shape;10;p1"/>
            <p:cNvSpPr/>
            <p:nvPr/>
          </p:nvSpPr>
          <p:spPr>
            <a:xfrm>
              <a:off x="8458848" y="343116"/>
              <a:ext cx="381224" cy="576102"/>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 name="Google Shape;11;p1"/>
            <p:cNvPicPr preferRelativeResize="0"/>
            <p:nvPr/>
          </p:nvPicPr>
          <p:blipFill rotWithShape="1">
            <a:blip r:embed="rId21">
              <a:alphaModFix/>
            </a:blip>
            <a:srcRect l="80" r="80"/>
            <a:stretch/>
          </p:blipFill>
          <p:spPr>
            <a:xfrm>
              <a:off x="8480104" y="384425"/>
              <a:ext cx="338711" cy="497406"/>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196">
          <p15:clr>
            <a:srgbClr val="EA4335"/>
          </p15:clr>
        </p15:guide>
        <p15:guide id="2" pos="5564">
          <p15:clr>
            <a:srgbClr val="EA4335"/>
          </p15:clr>
        </p15:guide>
        <p15:guide id="3" orient="horz" pos="216">
          <p15:clr>
            <a:srgbClr val="EA4335"/>
          </p15:clr>
        </p15:guide>
        <p15:guide id="4" orient="horz" pos="2937">
          <p15:clr>
            <a:srgbClr val="EA4335"/>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1"/>
          <p:cNvSpPr txBox="1">
            <a:spLocks noGrp="1"/>
          </p:cNvSpPr>
          <p:nvPr>
            <p:ph type="ctrTitle"/>
          </p:nvPr>
        </p:nvSpPr>
        <p:spPr>
          <a:xfrm>
            <a:off x="311725" y="1366050"/>
            <a:ext cx="7240200" cy="1165800"/>
          </a:xfrm>
          <a:prstGeom prst="rect">
            <a:avLst/>
          </a:prstGeom>
        </p:spPr>
        <p:txBody>
          <a:bodyPr spcFirstLastPara="1" wrap="square" lIns="91425" tIns="91425" rIns="91425" bIns="91425" anchor="b" anchorCtr="0">
            <a:normAutofit fontScale="90000"/>
          </a:bodyPr>
          <a:lstStyle/>
          <a:p>
            <a:pPr marL="0" lvl="0" indent="0" algn="l" rtl="0">
              <a:spcBef>
                <a:spcPts val="0"/>
              </a:spcBef>
              <a:spcAft>
                <a:spcPts val="0"/>
              </a:spcAft>
              <a:buNone/>
            </a:pPr>
            <a:r>
              <a:rPr lang="en"/>
              <a:t>ANALYSIS of SALES DATA</a:t>
            </a:r>
            <a:endParaRPr/>
          </a:p>
        </p:txBody>
      </p:sp>
      <p:sp>
        <p:nvSpPr>
          <p:cNvPr id="135" name="Google Shape;135;p21"/>
          <p:cNvSpPr txBox="1">
            <a:spLocks noGrp="1"/>
          </p:cNvSpPr>
          <p:nvPr>
            <p:ph type="subTitle" idx="1"/>
          </p:nvPr>
        </p:nvSpPr>
        <p:spPr>
          <a:xfrm>
            <a:off x="311725" y="3019874"/>
            <a:ext cx="6089100" cy="7926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0"/>
              </a:spcAft>
              <a:buNone/>
            </a:pPr>
            <a:r>
              <a:rPr lang="en"/>
              <a:t>2016 RETAIL STORE SALES DATA ANALYSIS (SOUTH REGION)</a:t>
            </a:r>
            <a:endParaRPr/>
          </a:p>
        </p:txBody>
      </p:sp>
      <p:sp>
        <p:nvSpPr>
          <p:cNvPr id="136" name="Google Shape;136;p21"/>
          <p:cNvSpPr txBox="1"/>
          <p:nvPr/>
        </p:nvSpPr>
        <p:spPr>
          <a:xfrm>
            <a:off x="311700" y="4099375"/>
            <a:ext cx="2953800" cy="5637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865"/>
              <a:buNone/>
            </a:pPr>
            <a:r>
              <a:rPr lang="en" sz="1000" b="1">
                <a:solidFill>
                  <a:schemeClr val="dk1"/>
                </a:solidFill>
                <a:latin typeface="Assistant"/>
                <a:ea typeface="Assistant"/>
                <a:cs typeface="Assistant"/>
                <a:sym typeface="Assistant"/>
              </a:rPr>
              <a:t>Meghana Suresha</a:t>
            </a:r>
            <a:endParaRPr sz="1000" b="1">
              <a:solidFill>
                <a:schemeClr val="dk1"/>
              </a:solidFill>
              <a:latin typeface="Assistant"/>
              <a:ea typeface="Assistant"/>
              <a:cs typeface="Assistant"/>
              <a:sym typeface="Assistant"/>
            </a:endParaRPr>
          </a:p>
          <a:p>
            <a:pPr marL="0" lvl="0" indent="0" algn="l" rtl="0">
              <a:lnSpc>
                <a:spcPct val="100000"/>
              </a:lnSpc>
              <a:spcBef>
                <a:spcPts val="0"/>
              </a:spcBef>
              <a:spcAft>
                <a:spcPts val="0"/>
              </a:spcAft>
              <a:buSzPts val="865"/>
              <a:buNone/>
            </a:pPr>
            <a:r>
              <a:rPr lang="en" sz="1000" b="1">
                <a:solidFill>
                  <a:schemeClr val="dk1"/>
                </a:solidFill>
                <a:latin typeface="Assistant"/>
                <a:ea typeface="Assistant"/>
                <a:cs typeface="Assistant"/>
                <a:sym typeface="Assistant"/>
              </a:rPr>
              <a:t>Contact: meghanamegha0610@gmail.com</a:t>
            </a:r>
            <a:endParaRPr sz="1000" b="1">
              <a:solidFill>
                <a:schemeClr val="dk1"/>
              </a:solidFill>
              <a:latin typeface="Assistant"/>
              <a:ea typeface="Assistant"/>
              <a:cs typeface="Assistant"/>
              <a:sym typeface="Assistant"/>
            </a:endParaRPr>
          </a:p>
        </p:txBody>
      </p:sp>
      <p:sp>
        <p:nvSpPr>
          <p:cNvPr id="137" name="Google Shape;137;p21"/>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311700" y="1698170"/>
            <a:ext cx="8520600" cy="2019719"/>
          </a:xfrm>
          <a:prstGeom prst="rect">
            <a:avLst/>
          </a:prstGeom>
        </p:spPr>
        <p:txBody>
          <a:bodyPr spcFirstLastPara="1" wrap="square" lIns="91425" tIns="91425" rIns="91425" bIns="91425" anchor="ctr" anchorCtr="0">
            <a:normAutofit fontScale="90000"/>
          </a:bodyPr>
          <a:lstStyle/>
          <a:p>
            <a:pPr algn="l"/>
            <a:r>
              <a:rPr lang="en" sz="2700" dirty="0" smtClean="0"/>
              <a:t/>
            </a:r>
            <a:br>
              <a:rPr lang="en" sz="2700" dirty="0" smtClean="0"/>
            </a:br>
            <a:r>
              <a:rPr lang="en" sz="2700" dirty="0" smtClean="0">
                <a:solidFill>
                  <a:schemeClr val="tx1"/>
                </a:solidFill>
              </a:rPr>
              <a:t>Data Source:</a:t>
            </a:r>
            <a:r>
              <a:rPr lang="en" sz="2700" dirty="0" smtClean="0"/>
              <a:t/>
            </a:r>
            <a:br>
              <a:rPr lang="en" sz="2700" dirty="0" smtClean="0"/>
            </a:br>
            <a:r>
              <a:rPr lang="en" sz="2700" dirty="0" smtClean="0"/>
              <a:t>       </a:t>
            </a:r>
            <a:r>
              <a:rPr lang="en" sz="2200" b="0" dirty="0" smtClean="0"/>
              <a:t>Dataset                   : </a:t>
            </a:r>
            <a:r>
              <a:rPr lang="en-US" sz="2000" b="0" dirty="0"/>
              <a:t>Superstore Sales </a:t>
            </a:r>
            <a:r>
              <a:rPr lang="en-US" sz="2000" b="0" dirty="0" smtClean="0"/>
              <a:t>Dataset(from kaggle)</a:t>
            </a:r>
            <a:br>
              <a:rPr lang="en-US" sz="2000" b="0" dirty="0" smtClean="0"/>
            </a:br>
            <a:r>
              <a:rPr lang="en-US" sz="2200" b="0" dirty="0" smtClean="0"/>
              <a:t>        Period Covered    </a:t>
            </a:r>
            <a:r>
              <a:rPr lang="en-US" sz="2000" b="0" dirty="0" smtClean="0"/>
              <a:t>: 2015 -2018</a:t>
            </a:r>
            <a:br>
              <a:rPr lang="en-US" sz="2000" b="0" dirty="0" smtClean="0"/>
            </a:br>
            <a:r>
              <a:rPr lang="en-US" sz="2000" b="0" dirty="0" smtClean="0"/>
              <a:t>         </a:t>
            </a:r>
            <a:r>
              <a:rPr lang="en-US" sz="2200" b="0" dirty="0" smtClean="0"/>
              <a:t>Region Analyzed  </a:t>
            </a:r>
            <a:r>
              <a:rPr lang="en-US" sz="2000" b="0" dirty="0" smtClean="0"/>
              <a:t>: South</a:t>
            </a:r>
            <a:br>
              <a:rPr lang="en-US" sz="2000" b="0" dirty="0" smtClean="0"/>
            </a:br>
            <a:r>
              <a:rPr lang="en-US" sz="2000" b="0" dirty="0" smtClean="0"/>
              <a:t>         </a:t>
            </a:r>
            <a:r>
              <a:rPr lang="en-US" sz="2200" b="0" dirty="0" smtClean="0"/>
              <a:t>Analysis Focus      </a:t>
            </a:r>
            <a:r>
              <a:rPr lang="en-US" sz="2000" b="0" dirty="0" smtClean="0"/>
              <a:t>: Sales performance in 2016</a:t>
            </a:r>
            <a:r>
              <a:rPr lang="en-US" dirty="0"/>
              <a:t/>
            </a:r>
            <a:br>
              <a:rPr lang="en-US" dirty="0"/>
            </a:br>
            <a:r>
              <a:rPr lang="en" dirty="0" smtClean="0"/>
              <a:t/>
            </a:r>
            <a:br>
              <a:rPr lang="en" dirty="0" smtClean="0"/>
            </a:br>
            <a:endParaRPr b="1" dirty="0">
              <a:latin typeface="Assistant"/>
              <a:ea typeface="Assistant"/>
              <a:cs typeface="Assistant"/>
              <a:sym typeface="Assistant"/>
            </a:endParaRPr>
          </a:p>
        </p:txBody>
      </p:sp>
      <p:sp>
        <p:nvSpPr>
          <p:cNvPr id="143" name="Google Shape;143;p2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2</a:t>
            </a:fld>
            <a:endParaRPr/>
          </a:p>
        </p:txBody>
      </p:sp>
      <p:pic>
        <p:nvPicPr>
          <p:cNvPr id="144" name="Google Shape;144;p22"/>
          <p:cNvPicPr preferRelativeResize="0"/>
          <p:nvPr/>
        </p:nvPicPr>
        <p:blipFill>
          <a:blip r:embed="rId3">
            <a:alphaModFix/>
          </a:blip>
          <a:stretch>
            <a:fillRect/>
          </a:stretch>
        </p:blipFill>
        <p:spPr>
          <a:xfrm>
            <a:off x="3504792" y="3834195"/>
            <a:ext cx="2134414" cy="829011"/>
          </a:xfrm>
          <a:prstGeom prst="rect">
            <a:avLst/>
          </a:prstGeom>
          <a:noFill/>
          <a:ln>
            <a:noFill/>
          </a:ln>
        </p:spPr>
      </p:pic>
      <p:sp>
        <p:nvSpPr>
          <p:cNvPr id="3" name="TextBox 2"/>
          <p:cNvSpPr txBox="1"/>
          <p:nvPr/>
        </p:nvSpPr>
        <p:spPr>
          <a:xfrm>
            <a:off x="311700" y="860995"/>
            <a:ext cx="8520600" cy="461665"/>
          </a:xfrm>
          <a:prstGeom prst="rect">
            <a:avLst/>
          </a:prstGeom>
          <a:noFill/>
        </p:spPr>
        <p:txBody>
          <a:bodyPr wrap="square" rtlCol="0">
            <a:spAutoFit/>
          </a:bodyPr>
          <a:lstStyle/>
          <a:p>
            <a:pPr algn="ctr"/>
            <a:r>
              <a:rPr lang="en" sz="2400" b="1" dirty="0">
                <a:latin typeface="Assistant" panose="020B0604020202020204" charset="-79"/>
                <a:cs typeface="Assistant" panose="020B0604020202020204" charset="-79"/>
              </a:rPr>
              <a:t>Data Overview</a:t>
            </a:r>
            <a:endParaRPr lang="en-US" sz="2400" b="1" dirty="0">
              <a:latin typeface="Assistant" panose="020B0604020202020204" charset="-79"/>
              <a:cs typeface="Assistant" panose="020B0604020202020204" charset="-79"/>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311700" y="587829"/>
            <a:ext cx="8520600" cy="2401556"/>
          </a:xfrm>
          <a:prstGeom prst="rect">
            <a:avLst/>
          </a:prstGeom>
        </p:spPr>
        <p:txBody>
          <a:bodyPr spcFirstLastPara="1" wrap="square" lIns="91425" tIns="91425" rIns="91425" bIns="91425" anchor="ctr" anchorCtr="0">
            <a:normAutofit/>
          </a:bodyPr>
          <a:lstStyle/>
          <a:p>
            <a:pPr lvl="0" algn="l"/>
            <a:r>
              <a:rPr lang="en-US" sz="2400" b="0" dirty="0"/>
              <a:t>The motivation behind this analysis is to examine sales data to uncover trends, identify underperforming regions and categories, and support data-driven decision-making for improving business </a:t>
            </a:r>
            <a:r>
              <a:rPr lang="en-US" sz="2400" b="0" dirty="0" smtClean="0"/>
              <a:t>performance.</a:t>
            </a:r>
            <a:endParaRPr sz="2400" b="0" dirty="0">
              <a:sym typeface="Assistant"/>
            </a:endParaRPr>
          </a:p>
        </p:txBody>
      </p:sp>
      <p:sp>
        <p:nvSpPr>
          <p:cNvPr id="143" name="Google Shape;143;p22"/>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3</a:t>
            </a:fld>
            <a:endParaRPr/>
          </a:p>
        </p:txBody>
      </p:sp>
      <p:pic>
        <p:nvPicPr>
          <p:cNvPr id="144" name="Google Shape;144;p22"/>
          <p:cNvPicPr preferRelativeResize="0"/>
          <p:nvPr/>
        </p:nvPicPr>
        <p:blipFill>
          <a:blip r:embed="rId3">
            <a:alphaModFix/>
          </a:blip>
          <a:stretch>
            <a:fillRect/>
          </a:stretch>
        </p:blipFill>
        <p:spPr>
          <a:xfrm>
            <a:off x="3504792" y="3834195"/>
            <a:ext cx="2134414" cy="829011"/>
          </a:xfrm>
          <a:prstGeom prst="rect">
            <a:avLst/>
          </a:prstGeom>
          <a:noFill/>
          <a:ln>
            <a:noFill/>
          </a:ln>
        </p:spPr>
      </p:pic>
    </p:spTree>
    <p:extLst>
      <p:ext uri="{BB962C8B-B14F-4D97-AF65-F5344CB8AC3E}">
        <p14:creationId xmlns:p14="http://schemas.microsoft.com/office/powerpoint/2010/main" val="1171345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9"/>
          <p:cNvSpPr txBox="1">
            <a:spLocks noGrp="1"/>
          </p:cNvSpPr>
          <p:nvPr>
            <p:ph type="title"/>
          </p:nvPr>
        </p:nvSpPr>
        <p:spPr>
          <a:xfrm>
            <a:off x="753626" y="185895"/>
            <a:ext cx="6872922" cy="1627832"/>
          </a:xfrm>
          <a:prstGeom prst="rect">
            <a:avLst/>
          </a:prstGeom>
        </p:spPr>
        <p:txBody>
          <a:bodyPr spcFirstLastPara="1" wrap="square" lIns="91425" tIns="91425" rIns="91425" bIns="91425" anchor="ctr" anchorCtr="0">
            <a:normAutofit/>
          </a:bodyPr>
          <a:lstStyle/>
          <a:p>
            <a:pPr marL="0" lvl="0" indent="0" rtl="0">
              <a:spcBef>
                <a:spcPts val="0"/>
              </a:spcBef>
              <a:spcAft>
                <a:spcPts val="0"/>
              </a:spcAft>
              <a:buNone/>
            </a:pPr>
            <a:r>
              <a:rPr lang="en" sz="2400" dirty="0" smtClean="0"/>
              <a:t>Problem Statement</a:t>
            </a:r>
            <a:r>
              <a:rPr lang="en" dirty="0" smtClean="0"/>
              <a:t/>
            </a:r>
            <a:br>
              <a:rPr lang="en" dirty="0" smtClean="0"/>
            </a:br>
            <a:r>
              <a:rPr lang="en" sz="1800" b="0" dirty="0" smtClean="0"/>
              <a:t>Sales in the South region decreased in 2016.This analysis aims to determine the category responsible for the decline and identify the key drivers behind the reduced sales performance.</a:t>
            </a:r>
            <a:endParaRPr sz="1800" b="0" dirty="0">
              <a:sym typeface="Assistant"/>
            </a:endParaRPr>
          </a:p>
        </p:txBody>
      </p:sp>
      <p:sp>
        <p:nvSpPr>
          <p:cNvPr id="234" name="Google Shape;234;p29"/>
          <p:cNvSpPr txBox="1">
            <a:spLocks noGrp="1"/>
          </p:cNvSpPr>
          <p:nvPr>
            <p:ph type="body" idx="1"/>
          </p:nvPr>
        </p:nvSpPr>
        <p:spPr>
          <a:xfrm>
            <a:off x="753626" y="1743388"/>
            <a:ext cx="6872921" cy="2145241"/>
          </a:xfrm>
          <a:prstGeom prst="rect">
            <a:avLst/>
          </a:prstGeom>
        </p:spPr>
        <p:txBody>
          <a:bodyPr spcFirstLastPara="1" wrap="square" lIns="91425" tIns="91425" rIns="91425" bIns="91425" anchor="t" anchorCtr="0">
            <a:normAutofit lnSpcReduction="10000"/>
          </a:bodyPr>
          <a:lstStyle/>
          <a:p>
            <a:pPr marL="101600" lvl="0" indent="0">
              <a:buSzPts val="2000"/>
              <a:buNone/>
            </a:pPr>
            <a:r>
              <a:rPr lang="en" sz="2400" b="1" dirty="0"/>
              <a:t>Quetions</a:t>
            </a:r>
            <a:endParaRPr lang="en-US" sz="2400" b="1" dirty="0" smtClean="0"/>
          </a:p>
          <a:p>
            <a:pPr lvl="0" indent="-355600">
              <a:buSzPts val="2000"/>
              <a:buFont typeface="Assistant SemiBold"/>
              <a:buChar char="●"/>
            </a:pPr>
            <a:r>
              <a:rPr lang="en-US" dirty="0" smtClean="0"/>
              <a:t>What </a:t>
            </a:r>
            <a:r>
              <a:rPr lang="en-US" dirty="0"/>
              <a:t>are the overall sales trends from </a:t>
            </a:r>
            <a:r>
              <a:rPr lang="en-US" dirty="0" smtClean="0"/>
              <a:t>2015–2018?</a:t>
            </a:r>
          </a:p>
          <a:p>
            <a:pPr lvl="0" indent="-355600">
              <a:buSzPts val="2000"/>
              <a:buFont typeface="Assistant SemiBold"/>
              <a:buChar char="●"/>
            </a:pPr>
            <a:r>
              <a:rPr lang="en-US" dirty="0" smtClean="0"/>
              <a:t>Which </a:t>
            </a:r>
            <a:r>
              <a:rPr lang="en-US" dirty="0"/>
              <a:t>region showed the highest decline in 2016</a:t>
            </a:r>
            <a:r>
              <a:rPr lang="en-US" dirty="0" smtClean="0"/>
              <a:t>?</a:t>
            </a:r>
          </a:p>
          <a:p>
            <a:pPr lvl="0" indent="-355600">
              <a:buSzPts val="2000"/>
              <a:buFont typeface="Assistant SemiBold"/>
              <a:buChar char="●"/>
            </a:pPr>
            <a:r>
              <a:rPr lang="en-US" dirty="0"/>
              <a:t>Which category contributed most to the decline in the South region</a:t>
            </a:r>
            <a:r>
              <a:rPr lang="en-US" dirty="0" smtClean="0"/>
              <a:t>?</a:t>
            </a:r>
          </a:p>
          <a:p>
            <a:pPr lvl="0" indent="-355600">
              <a:buSzPts val="2000"/>
              <a:buFont typeface="Assistant SemiBold"/>
              <a:buChar char="●"/>
            </a:pPr>
            <a:r>
              <a:rPr lang="en-US" dirty="0"/>
              <a:t>What are the possible reasons behind the drop in sales?</a:t>
            </a:r>
            <a:endParaRPr dirty="0">
              <a:latin typeface="Assistant SemiBold"/>
              <a:ea typeface="Assistant SemiBold"/>
              <a:cs typeface="Assistant SemiBold"/>
              <a:sym typeface="Assistant SemiBold"/>
            </a:endParaRPr>
          </a:p>
        </p:txBody>
      </p:sp>
      <p:sp>
        <p:nvSpPr>
          <p:cNvPr id="235" name="Google Shape;235;p2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4</a:t>
            </a:fld>
            <a:endParaRPr/>
          </a:p>
        </p:txBody>
      </p:sp>
      <p:grpSp>
        <p:nvGrpSpPr>
          <p:cNvPr id="236" name="Google Shape;236;p29"/>
          <p:cNvGrpSpPr/>
          <p:nvPr/>
        </p:nvGrpSpPr>
        <p:grpSpPr>
          <a:xfrm>
            <a:off x="311661" y="3944677"/>
            <a:ext cx="718488" cy="718488"/>
            <a:chOff x="3717325" y="2137000"/>
            <a:chExt cx="1104178" cy="1104176"/>
          </a:xfrm>
        </p:grpSpPr>
        <p:sp>
          <p:nvSpPr>
            <p:cNvPr id="237" name="Google Shape;237;p29"/>
            <p:cNvSpPr/>
            <p:nvPr/>
          </p:nvSpPr>
          <p:spPr>
            <a:xfrm>
              <a:off x="3717325" y="2238576"/>
              <a:ext cx="1002600" cy="100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9"/>
            <p:cNvSpPr/>
            <p:nvPr/>
          </p:nvSpPr>
          <p:spPr>
            <a:xfrm>
              <a:off x="3818903" y="2137000"/>
              <a:ext cx="1002600" cy="1002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29"/>
          <p:cNvGrpSpPr/>
          <p:nvPr/>
        </p:nvGrpSpPr>
        <p:grpSpPr>
          <a:xfrm rot="10800000">
            <a:off x="7728125" y="2669460"/>
            <a:ext cx="1104178" cy="1104176"/>
            <a:chOff x="4185575" y="3320360"/>
            <a:chExt cx="1104178" cy="1104176"/>
          </a:xfrm>
        </p:grpSpPr>
        <p:sp>
          <p:nvSpPr>
            <p:cNvPr id="240" name="Google Shape;240;p29"/>
            <p:cNvSpPr/>
            <p:nvPr/>
          </p:nvSpPr>
          <p:spPr>
            <a:xfrm>
              <a:off x="4185575" y="3421936"/>
              <a:ext cx="1002600" cy="1002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9"/>
            <p:cNvSpPr/>
            <p:nvPr/>
          </p:nvSpPr>
          <p:spPr>
            <a:xfrm>
              <a:off x="4287153" y="3320360"/>
              <a:ext cx="1002600" cy="1002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64954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2400" dirty="0"/>
              <a:t>Yearly sales analysis</a:t>
            </a:r>
            <a:endParaRPr sz="2400" b="1" dirty="0">
              <a:sym typeface="Assistant"/>
            </a:endParaRPr>
          </a:p>
        </p:txBody>
      </p:sp>
      <p:sp>
        <p:nvSpPr>
          <p:cNvPr id="150" name="Google Shape;150;p23"/>
          <p:cNvSpPr txBox="1">
            <a:spLocks noGrp="1"/>
          </p:cNvSpPr>
          <p:nvPr>
            <p:ph type="body" idx="1"/>
          </p:nvPr>
        </p:nvSpPr>
        <p:spPr>
          <a:xfrm>
            <a:off x="5637124" y="915600"/>
            <a:ext cx="3195175" cy="3001404"/>
          </a:xfrm>
          <a:prstGeom prst="rect">
            <a:avLst/>
          </a:prstGeom>
        </p:spPr>
        <p:txBody>
          <a:bodyPr spcFirstLastPara="1" wrap="square" lIns="91425" tIns="91425" rIns="91425" bIns="91425" anchor="t" anchorCtr="0">
            <a:normAutofit lnSpcReduction="10000"/>
          </a:bodyPr>
          <a:lstStyle/>
          <a:p>
            <a:pPr marL="114300" indent="0">
              <a:spcAft>
                <a:spcPts val="1000"/>
              </a:spcAft>
              <a:buNone/>
            </a:pPr>
            <a:r>
              <a:rPr lang="en-US" sz="1900" b="1" dirty="0" smtClean="0"/>
              <a:t>Observation:</a:t>
            </a:r>
          </a:p>
          <a:p>
            <a:pPr>
              <a:spcAft>
                <a:spcPts val="1000"/>
              </a:spcAft>
            </a:pPr>
            <a:r>
              <a:rPr lang="en-US" sz="1700" dirty="0" smtClean="0"/>
              <a:t>Sales </a:t>
            </a:r>
            <a:r>
              <a:rPr lang="en-US" sz="1700" dirty="0"/>
              <a:t>dropped from 2015 to </a:t>
            </a:r>
            <a:r>
              <a:rPr lang="en-US" sz="1700" dirty="0" smtClean="0"/>
              <a:t>2016.</a:t>
            </a:r>
          </a:p>
          <a:p>
            <a:pPr>
              <a:spcAft>
                <a:spcPts val="1000"/>
              </a:spcAft>
            </a:pPr>
            <a:r>
              <a:rPr lang="en-US" sz="1700" dirty="0" smtClean="0"/>
              <a:t>2016 </a:t>
            </a:r>
            <a:r>
              <a:rPr lang="en-US" sz="1700" dirty="0"/>
              <a:t>recorded the lowest sales during the </a:t>
            </a:r>
            <a:r>
              <a:rPr lang="en-US" sz="1700" dirty="0" smtClean="0"/>
              <a:t>period.</a:t>
            </a:r>
          </a:p>
          <a:p>
            <a:pPr>
              <a:spcAft>
                <a:spcPts val="1000"/>
              </a:spcAft>
            </a:pPr>
            <a:r>
              <a:rPr lang="en-US" sz="1700" dirty="0" smtClean="0"/>
              <a:t>Sales </a:t>
            </a:r>
            <a:r>
              <a:rPr lang="en-US" sz="1700" dirty="0"/>
              <a:t>improved again after 2016, showing recovery and growth.</a:t>
            </a:r>
            <a:endParaRPr sz="1700" dirty="0"/>
          </a:p>
        </p:txBody>
      </p:sp>
      <p:sp>
        <p:nvSpPr>
          <p:cNvPr id="151" name="Google Shape;151;p2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5</a:t>
            </a:fld>
            <a:endParaRPr/>
          </a:p>
        </p:txBody>
      </p:sp>
      <p:grpSp>
        <p:nvGrpSpPr>
          <p:cNvPr id="152" name="Google Shape;152;p23"/>
          <p:cNvGrpSpPr/>
          <p:nvPr/>
        </p:nvGrpSpPr>
        <p:grpSpPr>
          <a:xfrm rot="2700000">
            <a:off x="7815861" y="3738066"/>
            <a:ext cx="1067690" cy="867892"/>
            <a:chOff x="919500" y="1916075"/>
            <a:chExt cx="1067700" cy="867900"/>
          </a:xfrm>
        </p:grpSpPr>
        <p:sp>
          <p:nvSpPr>
            <p:cNvPr id="153" name="Google Shape;153;p23"/>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3"/>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58" name="Google Shape;158;p23"/>
          <p:cNvPicPr preferRelativeResize="0"/>
          <p:nvPr/>
        </p:nvPicPr>
        <p:blipFill>
          <a:blip r:embed="rId3">
            <a:alphaModFix/>
          </a:blip>
          <a:stretch>
            <a:fillRect/>
          </a:stretch>
        </p:blipFill>
        <p:spPr>
          <a:xfrm>
            <a:off x="311699" y="1070043"/>
            <a:ext cx="5090395" cy="340468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5"/>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2400" dirty="0"/>
              <a:t>orders analysis</a:t>
            </a:r>
            <a:endParaRPr sz="2400" b="1" dirty="0">
              <a:sym typeface="Assistant"/>
            </a:endParaRPr>
          </a:p>
        </p:txBody>
      </p:sp>
      <p:sp>
        <p:nvSpPr>
          <p:cNvPr id="178" name="Google Shape;178;p25"/>
          <p:cNvSpPr txBox="1">
            <a:spLocks noGrp="1"/>
          </p:cNvSpPr>
          <p:nvPr>
            <p:ph type="body" idx="1"/>
          </p:nvPr>
        </p:nvSpPr>
        <p:spPr>
          <a:xfrm>
            <a:off x="5985753" y="1108952"/>
            <a:ext cx="2846547" cy="2736715"/>
          </a:xfrm>
          <a:prstGeom prst="rect">
            <a:avLst/>
          </a:prstGeom>
        </p:spPr>
        <p:txBody>
          <a:bodyPr spcFirstLastPara="1" wrap="square" lIns="91425" tIns="91425" rIns="91425" bIns="91425" anchor="t" anchorCtr="0">
            <a:normAutofit/>
          </a:bodyPr>
          <a:lstStyle/>
          <a:p>
            <a:pPr marL="114300" indent="0">
              <a:spcAft>
                <a:spcPts val="1000"/>
              </a:spcAft>
              <a:buNone/>
            </a:pPr>
            <a:r>
              <a:rPr lang="en-US" b="1" dirty="0" smtClean="0"/>
              <a:t>Observation:</a:t>
            </a:r>
            <a:endParaRPr lang="en" dirty="0" smtClean="0"/>
          </a:p>
          <a:p>
            <a:pPr>
              <a:spcAft>
                <a:spcPts val="1000"/>
              </a:spcAft>
            </a:pPr>
            <a:r>
              <a:rPr lang="en" sz="1600" dirty="0" smtClean="0"/>
              <a:t>Sales decresed in 2016.</a:t>
            </a:r>
          </a:p>
          <a:p>
            <a:pPr>
              <a:spcAft>
                <a:spcPts val="1000"/>
              </a:spcAft>
            </a:pPr>
            <a:r>
              <a:rPr lang="en-US" sz="1600" dirty="0" smtClean="0"/>
              <a:t>O</a:t>
            </a:r>
            <a:r>
              <a:rPr lang="en" sz="1600" dirty="0" smtClean="0"/>
              <a:t>rder did not decreased. </a:t>
            </a:r>
          </a:p>
          <a:p>
            <a:pPr>
              <a:spcAft>
                <a:spcPts val="1000"/>
              </a:spcAft>
            </a:pPr>
            <a:r>
              <a:rPr lang="en-US" sz="1600" dirty="0"/>
              <a:t>revenue per order </a:t>
            </a:r>
            <a:r>
              <a:rPr lang="en-US" sz="1600" dirty="0" smtClean="0"/>
              <a:t>may decreased.</a:t>
            </a:r>
            <a:endParaRPr sz="1600" dirty="0"/>
          </a:p>
        </p:txBody>
      </p:sp>
      <p:sp>
        <p:nvSpPr>
          <p:cNvPr id="179" name="Google Shape;179;p25"/>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6</a:t>
            </a:fld>
            <a:endParaRPr/>
          </a:p>
        </p:txBody>
      </p:sp>
      <p:grpSp>
        <p:nvGrpSpPr>
          <p:cNvPr id="180" name="Google Shape;180;p25"/>
          <p:cNvGrpSpPr/>
          <p:nvPr/>
        </p:nvGrpSpPr>
        <p:grpSpPr>
          <a:xfrm rot="2700000">
            <a:off x="7815861" y="3738066"/>
            <a:ext cx="1067690" cy="867892"/>
            <a:chOff x="919500" y="1916075"/>
            <a:chExt cx="1067700" cy="867900"/>
          </a:xfrm>
        </p:grpSpPr>
        <p:sp>
          <p:nvSpPr>
            <p:cNvPr id="181" name="Google Shape;181;p25"/>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5"/>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stretch>
            <a:fillRect/>
          </a:stretch>
        </p:blipFill>
        <p:spPr>
          <a:xfrm>
            <a:off x="311701" y="998706"/>
            <a:ext cx="5572927" cy="3749876"/>
          </a:xfrm>
          <a:prstGeom prst="rect">
            <a:avLst/>
          </a:prstGeom>
        </p:spPr>
      </p:pic>
    </p:spTree>
    <p:extLst>
      <p:ext uri="{BB962C8B-B14F-4D97-AF65-F5344CB8AC3E}">
        <p14:creationId xmlns:p14="http://schemas.microsoft.com/office/powerpoint/2010/main" val="3500454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466928" y="342900"/>
            <a:ext cx="7991872"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2400" dirty="0"/>
              <a:t>Yearly sales analysis</a:t>
            </a:r>
            <a:endParaRPr sz="2400" b="1" dirty="0">
              <a:sym typeface="Assistant"/>
            </a:endParaRPr>
          </a:p>
        </p:txBody>
      </p:sp>
      <p:sp>
        <p:nvSpPr>
          <p:cNvPr id="150" name="Google Shape;150;p23"/>
          <p:cNvSpPr txBox="1">
            <a:spLocks noGrp="1"/>
          </p:cNvSpPr>
          <p:nvPr>
            <p:ph type="body" idx="1"/>
          </p:nvPr>
        </p:nvSpPr>
        <p:spPr>
          <a:xfrm>
            <a:off x="5466945" y="843063"/>
            <a:ext cx="3106366" cy="3897041"/>
          </a:xfrm>
          <a:prstGeom prst="rect">
            <a:avLst/>
          </a:prstGeom>
        </p:spPr>
        <p:txBody>
          <a:bodyPr spcFirstLastPara="1" wrap="square" lIns="91425" tIns="91425" rIns="91425" bIns="91425" anchor="t" anchorCtr="0">
            <a:normAutofit fontScale="62500" lnSpcReduction="20000"/>
          </a:bodyPr>
          <a:lstStyle/>
          <a:p>
            <a:pPr marL="114300" indent="0">
              <a:spcAft>
                <a:spcPts val="1000"/>
              </a:spcAft>
              <a:buNone/>
            </a:pPr>
            <a:r>
              <a:rPr lang="en-US" sz="3300" b="1" dirty="0"/>
              <a:t>Observation</a:t>
            </a:r>
            <a:r>
              <a:rPr lang="en-US" sz="3300" b="1" dirty="0" smtClean="0"/>
              <a:t>:</a:t>
            </a:r>
            <a:endParaRPr lang="en" sz="3300" dirty="0" smtClean="0"/>
          </a:p>
          <a:p>
            <a:pPr lvl="0">
              <a:spcAft>
                <a:spcPts val="1000"/>
              </a:spcAft>
            </a:pPr>
            <a:r>
              <a:rPr lang="en-US" sz="2900" dirty="0" smtClean="0"/>
              <a:t>Sales </a:t>
            </a:r>
            <a:r>
              <a:rPr lang="en-US" sz="2900" dirty="0"/>
              <a:t>in the South region dropped in </a:t>
            </a:r>
            <a:r>
              <a:rPr lang="en-US" sz="2900" dirty="0" smtClean="0"/>
              <a:t>2016.</a:t>
            </a:r>
          </a:p>
          <a:p>
            <a:pPr lvl="0">
              <a:spcAft>
                <a:spcPts val="1000"/>
              </a:spcAft>
            </a:pPr>
            <a:r>
              <a:rPr lang="en-US" sz="2900" dirty="0" smtClean="0"/>
              <a:t>The </a:t>
            </a:r>
            <a:r>
              <a:rPr lang="en-US" sz="2900" dirty="0"/>
              <a:t>decline in the South region was a major factor behind the overall reduction in </a:t>
            </a:r>
            <a:r>
              <a:rPr lang="en-US" sz="2900" dirty="0" smtClean="0"/>
              <a:t>sales.</a:t>
            </a:r>
          </a:p>
          <a:p>
            <a:pPr lvl="0">
              <a:spcAft>
                <a:spcPts val="1000"/>
              </a:spcAft>
            </a:pPr>
            <a:r>
              <a:rPr lang="en-US" sz="2900" dirty="0" smtClean="0"/>
              <a:t>Other </a:t>
            </a:r>
            <a:r>
              <a:rPr lang="en-US" sz="2900" dirty="0"/>
              <a:t>regions performed relatively better, indicating that the issue was specific to the South region.</a:t>
            </a:r>
            <a:endParaRPr sz="2900" dirty="0"/>
          </a:p>
        </p:txBody>
      </p:sp>
      <p:sp>
        <p:nvSpPr>
          <p:cNvPr id="151" name="Google Shape;151;p2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7</a:t>
            </a:fld>
            <a:endParaRPr/>
          </a:p>
        </p:txBody>
      </p:sp>
      <p:grpSp>
        <p:nvGrpSpPr>
          <p:cNvPr id="152" name="Google Shape;152;p23"/>
          <p:cNvGrpSpPr/>
          <p:nvPr/>
        </p:nvGrpSpPr>
        <p:grpSpPr>
          <a:xfrm rot="2700000">
            <a:off x="8419407" y="4335577"/>
            <a:ext cx="595914" cy="605308"/>
            <a:chOff x="919500" y="1916075"/>
            <a:chExt cx="1067700" cy="867900"/>
          </a:xfrm>
        </p:grpSpPr>
        <p:sp>
          <p:nvSpPr>
            <p:cNvPr id="153" name="Google Shape;153;p23"/>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3"/>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stretch>
            <a:fillRect/>
          </a:stretch>
        </p:blipFill>
        <p:spPr>
          <a:xfrm>
            <a:off x="466928" y="1073254"/>
            <a:ext cx="4902292" cy="3472806"/>
          </a:xfrm>
          <a:prstGeom prst="rect">
            <a:avLst/>
          </a:prstGeom>
        </p:spPr>
      </p:pic>
    </p:spTree>
    <p:extLst>
      <p:ext uri="{BB962C8B-B14F-4D97-AF65-F5344CB8AC3E}">
        <p14:creationId xmlns:p14="http://schemas.microsoft.com/office/powerpoint/2010/main" val="1481161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4"/>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sz="2400" dirty="0"/>
              <a:t>Regional sales analysis</a:t>
            </a:r>
            <a:endParaRPr sz="2400" b="1" dirty="0">
              <a:sym typeface="Assistant"/>
            </a:endParaRPr>
          </a:p>
        </p:txBody>
      </p:sp>
      <p:sp>
        <p:nvSpPr>
          <p:cNvPr id="164" name="Google Shape;164;p24"/>
          <p:cNvSpPr txBox="1">
            <a:spLocks noGrp="1"/>
          </p:cNvSpPr>
          <p:nvPr>
            <p:ph type="body" idx="1"/>
          </p:nvPr>
        </p:nvSpPr>
        <p:spPr>
          <a:xfrm>
            <a:off x="5635557" y="915600"/>
            <a:ext cx="2931270" cy="3747600"/>
          </a:xfrm>
          <a:prstGeom prst="rect">
            <a:avLst/>
          </a:prstGeom>
        </p:spPr>
        <p:txBody>
          <a:bodyPr spcFirstLastPara="1" wrap="square" lIns="91425" tIns="91425" rIns="91425" bIns="91425" anchor="t" anchorCtr="0">
            <a:normAutofit/>
          </a:bodyPr>
          <a:lstStyle/>
          <a:p>
            <a:pPr marL="114300" indent="0">
              <a:spcAft>
                <a:spcPts val="1000"/>
              </a:spcAft>
              <a:buNone/>
            </a:pPr>
            <a:r>
              <a:rPr lang="en-US" b="1" dirty="0"/>
              <a:t>Observation</a:t>
            </a:r>
            <a:r>
              <a:rPr lang="en-US" b="1" dirty="0" smtClean="0"/>
              <a:t>:</a:t>
            </a:r>
            <a:endParaRPr lang="en" dirty="0" smtClean="0"/>
          </a:p>
          <a:p>
            <a:pPr lvl="0">
              <a:spcAft>
                <a:spcPts val="1000"/>
              </a:spcAft>
            </a:pPr>
            <a:r>
              <a:rPr lang="en-US" sz="1600" dirty="0" smtClean="0"/>
              <a:t>South </a:t>
            </a:r>
            <a:r>
              <a:rPr lang="en-US" sz="1600" dirty="0"/>
              <a:t>region sales decreased by 33.21</a:t>
            </a:r>
            <a:r>
              <a:rPr lang="en-US" sz="1600" dirty="0" smtClean="0"/>
              <a:t>%.</a:t>
            </a:r>
          </a:p>
          <a:p>
            <a:pPr lvl="0">
              <a:spcAft>
                <a:spcPts val="1000"/>
              </a:spcAft>
            </a:pPr>
            <a:r>
              <a:rPr lang="en-US" sz="1600" dirty="0" smtClean="0"/>
              <a:t>This </a:t>
            </a:r>
            <a:r>
              <a:rPr lang="en-US" sz="1600" dirty="0"/>
              <a:t>was the most significant decline among all regions.</a:t>
            </a:r>
            <a:endParaRPr sz="1600" dirty="0"/>
          </a:p>
        </p:txBody>
      </p:sp>
      <p:sp>
        <p:nvSpPr>
          <p:cNvPr id="165" name="Google Shape;165;p24"/>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8</a:t>
            </a:fld>
            <a:endParaRPr/>
          </a:p>
        </p:txBody>
      </p:sp>
      <p:grpSp>
        <p:nvGrpSpPr>
          <p:cNvPr id="166" name="Google Shape;166;p24"/>
          <p:cNvGrpSpPr/>
          <p:nvPr/>
        </p:nvGrpSpPr>
        <p:grpSpPr>
          <a:xfrm rot="2700000">
            <a:off x="7815861" y="3738066"/>
            <a:ext cx="1067690" cy="867892"/>
            <a:chOff x="919500" y="1916075"/>
            <a:chExt cx="1067700" cy="867900"/>
          </a:xfrm>
        </p:grpSpPr>
        <p:sp>
          <p:nvSpPr>
            <p:cNvPr id="167" name="Google Shape;167;p24"/>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4"/>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72" name="Google Shape;172;p24"/>
          <p:cNvPicPr preferRelativeResize="0"/>
          <p:nvPr/>
        </p:nvPicPr>
        <p:blipFill>
          <a:blip r:embed="rId3">
            <a:alphaModFix/>
          </a:blip>
          <a:stretch>
            <a:fillRect/>
          </a:stretch>
        </p:blipFill>
        <p:spPr>
          <a:xfrm>
            <a:off x="311701" y="1142361"/>
            <a:ext cx="5323856" cy="35208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3"/>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smtClean="0"/>
              <a:t>Orders by region </a:t>
            </a:r>
            <a:r>
              <a:rPr lang="en" dirty="0"/>
              <a:t>analysis</a:t>
            </a:r>
            <a:endParaRPr b="1" dirty="0">
              <a:latin typeface="Assistant"/>
              <a:ea typeface="Assistant"/>
              <a:cs typeface="Assistant"/>
              <a:sym typeface="Assistant"/>
            </a:endParaRPr>
          </a:p>
        </p:txBody>
      </p:sp>
      <p:sp>
        <p:nvSpPr>
          <p:cNvPr id="150" name="Google Shape;150;p23"/>
          <p:cNvSpPr txBox="1">
            <a:spLocks noGrp="1"/>
          </p:cNvSpPr>
          <p:nvPr>
            <p:ph type="body" idx="1"/>
          </p:nvPr>
        </p:nvSpPr>
        <p:spPr>
          <a:xfrm>
            <a:off x="5330756" y="804153"/>
            <a:ext cx="3501543" cy="3859047"/>
          </a:xfrm>
          <a:prstGeom prst="rect">
            <a:avLst/>
          </a:prstGeom>
        </p:spPr>
        <p:txBody>
          <a:bodyPr spcFirstLastPara="1" wrap="square" lIns="91425" tIns="91425" rIns="91425" bIns="91425" anchor="t" anchorCtr="0">
            <a:normAutofit/>
          </a:bodyPr>
          <a:lstStyle/>
          <a:p>
            <a:pPr marL="114300" indent="0">
              <a:spcAft>
                <a:spcPts val="1000"/>
              </a:spcAft>
              <a:buNone/>
            </a:pPr>
            <a:r>
              <a:rPr lang="en-US" b="1" dirty="0"/>
              <a:t>Observation</a:t>
            </a:r>
            <a:r>
              <a:rPr lang="en-US" b="1" dirty="0" smtClean="0"/>
              <a:t>:</a:t>
            </a:r>
            <a:endParaRPr lang="en" dirty="0" smtClean="0"/>
          </a:p>
          <a:p>
            <a:pPr lvl="0">
              <a:spcAft>
                <a:spcPts val="1000"/>
              </a:spcAft>
            </a:pPr>
            <a:r>
              <a:rPr lang="en-US" sz="1600" dirty="0"/>
              <a:t>order volume declined slightly in the South region.</a:t>
            </a:r>
            <a:endParaRPr lang="en-US" sz="1600" dirty="0" smtClean="0"/>
          </a:p>
          <a:p>
            <a:pPr lvl="0">
              <a:spcAft>
                <a:spcPts val="1000"/>
              </a:spcAft>
            </a:pPr>
            <a:r>
              <a:rPr lang="en-US" sz="1600" dirty="0" smtClean="0"/>
              <a:t>The </a:t>
            </a:r>
            <a:r>
              <a:rPr lang="en-US" sz="1600" dirty="0"/>
              <a:t>reduction in orders was significantly lower than the 33.21% decline in </a:t>
            </a:r>
            <a:r>
              <a:rPr lang="en-US" sz="1600" dirty="0" smtClean="0"/>
              <a:t>sales.</a:t>
            </a:r>
          </a:p>
          <a:p>
            <a:pPr lvl="0">
              <a:spcAft>
                <a:spcPts val="1000"/>
              </a:spcAft>
            </a:pPr>
            <a:r>
              <a:rPr lang="en-US" sz="1600" dirty="0" smtClean="0"/>
              <a:t>This </a:t>
            </a:r>
            <a:r>
              <a:rPr lang="en-US" sz="1600" dirty="0"/>
              <a:t>indicates that the sales decline was not solely driven by fewer orders</a:t>
            </a:r>
            <a:r>
              <a:rPr lang="en" sz="1600" dirty="0" smtClean="0"/>
              <a:t>.</a:t>
            </a:r>
            <a:endParaRPr sz="1600" dirty="0"/>
          </a:p>
        </p:txBody>
      </p:sp>
      <p:sp>
        <p:nvSpPr>
          <p:cNvPr id="151" name="Google Shape;151;p23"/>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9</a:t>
            </a:fld>
            <a:endParaRPr/>
          </a:p>
        </p:txBody>
      </p:sp>
      <p:grpSp>
        <p:nvGrpSpPr>
          <p:cNvPr id="152" name="Google Shape;152;p23"/>
          <p:cNvGrpSpPr/>
          <p:nvPr/>
        </p:nvGrpSpPr>
        <p:grpSpPr>
          <a:xfrm rot="2700000">
            <a:off x="7815861" y="3738066"/>
            <a:ext cx="1067690" cy="867892"/>
            <a:chOff x="919500" y="1916075"/>
            <a:chExt cx="1067700" cy="867900"/>
          </a:xfrm>
        </p:grpSpPr>
        <p:sp>
          <p:nvSpPr>
            <p:cNvPr id="153" name="Google Shape;153;p23"/>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3"/>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stretch>
            <a:fillRect/>
          </a:stretch>
        </p:blipFill>
        <p:spPr>
          <a:xfrm>
            <a:off x="311700" y="1083014"/>
            <a:ext cx="5019057" cy="3445250"/>
          </a:xfrm>
          <a:prstGeom prst="rect">
            <a:avLst/>
          </a:prstGeom>
        </p:spPr>
      </p:pic>
    </p:spTree>
    <p:extLst>
      <p:ext uri="{BB962C8B-B14F-4D97-AF65-F5344CB8AC3E}">
        <p14:creationId xmlns:p14="http://schemas.microsoft.com/office/powerpoint/2010/main" val="1955551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27"/>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t>South region order analysis by category</a:t>
            </a:r>
            <a:endParaRPr b="1" dirty="0">
              <a:latin typeface="Assistant"/>
              <a:ea typeface="Assistant"/>
              <a:cs typeface="Assistant"/>
              <a:sym typeface="Assistant"/>
            </a:endParaRPr>
          </a:p>
        </p:txBody>
      </p:sp>
      <p:sp>
        <p:nvSpPr>
          <p:cNvPr id="206" name="Google Shape;206;p27"/>
          <p:cNvSpPr txBox="1">
            <a:spLocks noGrp="1"/>
          </p:cNvSpPr>
          <p:nvPr>
            <p:ph type="body" idx="1"/>
          </p:nvPr>
        </p:nvSpPr>
        <p:spPr>
          <a:xfrm>
            <a:off x="5783531" y="912632"/>
            <a:ext cx="3119336" cy="3987140"/>
          </a:xfrm>
          <a:prstGeom prst="rect">
            <a:avLst/>
          </a:prstGeom>
        </p:spPr>
        <p:txBody>
          <a:bodyPr spcFirstLastPara="1" wrap="square" lIns="91425" tIns="91425" rIns="91425" bIns="91425" anchor="t" anchorCtr="0">
            <a:normAutofit fontScale="62500" lnSpcReduction="20000"/>
          </a:bodyPr>
          <a:lstStyle/>
          <a:p>
            <a:pPr marL="0" indent="0">
              <a:spcAft>
                <a:spcPts val="1000"/>
              </a:spcAft>
              <a:buNone/>
            </a:pPr>
            <a:r>
              <a:rPr lang="en" sz="2000" dirty="0"/>
              <a:t> </a:t>
            </a:r>
            <a:r>
              <a:rPr lang="en-US" sz="2900" b="1" dirty="0" smtClean="0"/>
              <a:t>Observation:</a:t>
            </a:r>
          </a:p>
          <a:p>
            <a:pPr marL="342900">
              <a:spcAft>
                <a:spcPts val="1000"/>
              </a:spcAft>
            </a:pPr>
            <a:r>
              <a:rPr lang="en-US" sz="2600" dirty="0"/>
              <a:t>Orders in the Technology category decreased over the </a:t>
            </a:r>
            <a:r>
              <a:rPr lang="en-US" sz="2600" dirty="0" smtClean="0"/>
              <a:t>period.</a:t>
            </a:r>
          </a:p>
          <a:p>
            <a:pPr marL="342900">
              <a:spcAft>
                <a:spcPts val="1000"/>
              </a:spcAft>
            </a:pPr>
            <a:r>
              <a:rPr lang="en-US" sz="2600" dirty="0" smtClean="0"/>
              <a:t>The </a:t>
            </a:r>
            <a:r>
              <a:rPr lang="en-US" sz="2600" dirty="0"/>
              <a:t>decline indicates reduced demand for Technology products compared to previous </a:t>
            </a:r>
            <a:r>
              <a:rPr lang="en-US" sz="2600" dirty="0" smtClean="0"/>
              <a:t>years.</a:t>
            </a:r>
          </a:p>
          <a:p>
            <a:pPr marL="342900">
              <a:spcAft>
                <a:spcPts val="1000"/>
              </a:spcAft>
            </a:pPr>
            <a:r>
              <a:rPr lang="en-US" sz="2600" dirty="0" smtClean="0"/>
              <a:t>The </a:t>
            </a:r>
            <a:r>
              <a:rPr lang="en-US" sz="2600" dirty="0"/>
              <a:t>reduction in Technology category orders may have impacted overall sales performance.</a:t>
            </a:r>
            <a:endParaRPr lang="en" sz="2600" dirty="0"/>
          </a:p>
          <a:p>
            <a:pPr marL="0" lvl="0" indent="0" algn="l" rtl="0">
              <a:spcBef>
                <a:spcPts val="0"/>
              </a:spcBef>
              <a:spcAft>
                <a:spcPts val="1000"/>
              </a:spcAft>
              <a:buNone/>
            </a:pPr>
            <a:endParaRPr lang="en" dirty="0" smtClean="0"/>
          </a:p>
        </p:txBody>
      </p:sp>
      <p:sp>
        <p:nvSpPr>
          <p:cNvPr id="207" name="Google Shape;207;p27"/>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10</a:t>
            </a:fld>
            <a:endParaRPr/>
          </a:p>
        </p:txBody>
      </p:sp>
      <p:grpSp>
        <p:nvGrpSpPr>
          <p:cNvPr id="208" name="Google Shape;208;p27"/>
          <p:cNvGrpSpPr/>
          <p:nvPr/>
        </p:nvGrpSpPr>
        <p:grpSpPr>
          <a:xfrm rot="2700000">
            <a:off x="7968537" y="4126082"/>
            <a:ext cx="1067690" cy="694420"/>
            <a:chOff x="919500" y="1916075"/>
            <a:chExt cx="1067700" cy="867900"/>
          </a:xfrm>
        </p:grpSpPr>
        <p:sp>
          <p:nvSpPr>
            <p:cNvPr id="209" name="Google Shape;209;p27"/>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7"/>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stretch>
            <a:fillRect/>
          </a:stretch>
        </p:blipFill>
        <p:spPr>
          <a:xfrm>
            <a:off x="311701" y="1076529"/>
            <a:ext cx="5471830" cy="34125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6"/>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dirty="0"/>
              <a:t>South regional sales analysis by category</a:t>
            </a:r>
            <a:endParaRPr b="1" dirty="0">
              <a:latin typeface="Assistant"/>
              <a:ea typeface="Assistant"/>
              <a:cs typeface="Assistant"/>
              <a:sym typeface="Assistant"/>
            </a:endParaRPr>
          </a:p>
        </p:txBody>
      </p:sp>
      <p:sp>
        <p:nvSpPr>
          <p:cNvPr id="192" name="Google Shape;192;p26"/>
          <p:cNvSpPr txBox="1">
            <a:spLocks noGrp="1"/>
          </p:cNvSpPr>
          <p:nvPr>
            <p:ph type="body" idx="1"/>
          </p:nvPr>
        </p:nvSpPr>
        <p:spPr>
          <a:xfrm>
            <a:off x="5972783" y="915600"/>
            <a:ext cx="2859517" cy="3747600"/>
          </a:xfrm>
          <a:prstGeom prst="rect">
            <a:avLst/>
          </a:prstGeom>
        </p:spPr>
        <p:txBody>
          <a:bodyPr spcFirstLastPara="1" wrap="square" lIns="91425" tIns="91425" rIns="91425" bIns="91425" anchor="t" anchorCtr="0">
            <a:normAutofit fontScale="85000" lnSpcReduction="20000"/>
          </a:bodyPr>
          <a:lstStyle/>
          <a:p>
            <a:pPr marL="0" indent="0">
              <a:spcAft>
                <a:spcPts val="1000"/>
              </a:spcAft>
              <a:buNone/>
            </a:pPr>
            <a:r>
              <a:rPr lang="en-US" sz="2100" b="1" dirty="0" smtClean="0"/>
              <a:t>Observation:</a:t>
            </a:r>
          </a:p>
          <a:p>
            <a:pPr marL="342900">
              <a:spcAft>
                <a:spcPts val="1000"/>
              </a:spcAft>
            </a:pPr>
            <a:r>
              <a:rPr lang="en-US" sz="1900" dirty="0" smtClean="0"/>
              <a:t>Sales </a:t>
            </a:r>
            <a:r>
              <a:rPr lang="en-US" sz="1900" dirty="0"/>
              <a:t>in the Technology category decreased over the </a:t>
            </a:r>
            <a:r>
              <a:rPr lang="en-US" sz="1900" dirty="0" smtClean="0"/>
              <a:t>period.</a:t>
            </a:r>
          </a:p>
          <a:p>
            <a:pPr marL="285750" indent="-285750">
              <a:spcAft>
                <a:spcPts val="1000"/>
              </a:spcAft>
            </a:pPr>
            <a:r>
              <a:rPr lang="en-US" sz="1900" dirty="0" smtClean="0"/>
              <a:t>The </a:t>
            </a:r>
            <a:r>
              <a:rPr lang="en-US" sz="1900" dirty="0"/>
              <a:t>decline in sales aligns with the reduction in Technology category </a:t>
            </a:r>
            <a:r>
              <a:rPr lang="en-US" sz="1900" dirty="0" smtClean="0"/>
              <a:t>orders.</a:t>
            </a:r>
          </a:p>
          <a:p>
            <a:pPr marL="285750" indent="-285750">
              <a:spcAft>
                <a:spcPts val="1000"/>
              </a:spcAft>
            </a:pPr>
            <a:r>
              <a:rPr lang="en-US" sz="1900" dirty="0" smtClean="0"/>
              <a:t>Lower </a:t>
            </a:r>
            <a:r>
              <a:rPr lang="en-US" sz="1900" dirty="0"/>
              <a:t>sales from Technology products negatively impacted overall business performance.</a:t>
            </a:r>
            <a:endParaRPr lang="en" sz="1900" dirty="0" smtClean="0"/>
          </a:p>
        </p:txBody>
      </p:sp>
      <p:sp>
        <p:nvSpPr>
          <p:cNvPr id="193" name="Google Shape;193;p2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11</a:t>
            </a:fld>
            <a:endParaRPr/>
          </a:p>
        </p:txBody>
      </p:sp>
      <p:grpSp>
        <p:nvGrpSpPr>
          <p:cNvPr id="194" name="Google Shape;194;p26"/>
          <p:cNvGrpSpPr/>
          <p:nvPr/>
        </p:nvGrpSpPr>
        <p:grpSpPr>
          <a:xfrm rot="2700000">
            <a:off x="7733853" y="4107045"/>
            <a:ext cx="807078" cy="867892"/>
            <a:chOff x="919500" y="1916075"/>
            <a:chExt cx="1067700" cy="867900"/>
          </a:xfrm>
        </p:grpSpPr>
        <p:sp>
          <p:nvSpPr>
            <p:cNvPr id="195" name="Google Shape;195;p26"/>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Picture 1"/>
          <p:cNvPicPr>
            <a:picLocks noChangeAspect="1"/>
          </p:cNvPicPr>
          <p:nvPr/>
        </p:nvPicPr>
        <p:blipFill>
          <a:blip r:embed="rId3"/>
          <a:stretch>
            <a:fillRect/>
          </a:stretch>
        </p:blipFill>
        <p:spPr>
          <a:xfrm>
            <a:off x="311701" y="1024647"/>
            <a:ext cx="5596232" cy="3638553"/>
          </a:xfrm>
          <a:prstGeom prst="rect">
            <a:avLst/>
          </a:prstGeom>
        </p:spPr>
      </p:pic>
    </p:spTree>
    <p:extLst>
      <p:ext uri="{BB962C8B-B14F-4D97-AF65-F5344CB8AC3E}">
        <p14:creationId xmlns:p14="http://schemas.microsoft.com/office/powerpoint/2010/main" val="709828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6"/>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lvl="0"/>
            <a:r>
              <a:rPr lang="en" dirty="0"/>
              <a:t>South region sales analysis by sub category</a:t>
            </a:r>
            <a:endParaRPr b="1" dirty="0">
              <a:latin typeface="Assistant"/>
              <a:ea typeface="Assistant"/>
              <a:cs typeface="Assistant"/>
              <a:sym typeface="Assistant"/>
            </a:endParaRPr>
          </a:p>
        </p:txBody>
      </p:sp>
      <p:sp>
        <p:nvSpPr>
          <p:cNvPr id="192" name="Google Shape;192;p26"/>
          <p:cNvSpPr txBox="1">
            <a:spLocks noGrp="1"/>
          </p:cNvSpPr>
          <p:nvPr>
            <p:ph type="body" idx="1"/>
          </p:nvPr>
        </p:nvSpPr>
        <p:spPr>
          <a:xfrm>
            <a:off x="5972783" y="915600"/>
            <a:ext cx="2859517" cy="3747600"/>
          </a:xfrm>
          <a:prstGeom prst="rect">
            <a:avLst/>
          </a:prstGeom>
        </p:spPr>
        <p:txBody>
          <a:bodyPr spcFirstLastPara="1" wrap="square" lIns="91425" tIns="91425" rIns="91425" bIns="91425" anchor="t" anchorCtr="0">
            <a:normAutofit fontScale="85000" lnSpcReduction="20000"/>
          </a:bodyPr>
          <a:lstStyle/>
          <a:p>
            <a:pPr marL="0" indent="0">
              <a:spcAft>
                <a:spcPts val="1000"/>
              </a:spcAft>
              <a:buNone/>
            </a:pPr>
            <a:r>
              <a:rPr lang="en-US" sz="2100" b="1" dirty="0" smtClean="0"/>
              <a:t>Observation:</a:t>
            </a:r>
          </a:p>
          <a:p>
            <a:pPr marL="342900">
              <a:spcAft>
                <a:spcPts val="1000"/>
              </a:spcAft>
            </a:pPr>
            <a:r>
              <a:rPr lang="en-US" sz="1900" dirty="0" smtClean="0">
                <a:latin typeface="Assistant" panose="020B0604020202020204" charset="-79"/>
                <a:cs typeface="Assistant" panose="020B0604020202020204" charset="-79"/>
              </a:rPr>
              <a:t>Sales </a:t>
            </a:r>
            <a:r>
              <a:rPr lang="en-US" sz="1900" dirty="0">
                <a:latin typeface="Assistant" panose="020B0604020202020204" charset="-79"/>
                <a:cs typeface="Assistant" panose="020B0604020202020204" charset="-79"/>
              </a:rPr>
              <a:t>in the Machines sub-category decreased by 55.2</a:t>
            </a:r>
            <a:r>
              <a:rPr lang="en-US" sz="1900" dirty="0" smtClean="0">
                <a:latin typeface="Assistant" panose="020B0604020202020204" charset="-79"/>
                <a:cs typeface="Assistant" panose="020B0604020202020204" charset="-79"/>
              </a:rPr>
              <a:t>%.</a:t>
            </a:r>
          </a:p>
          <a:p>
            <a:pPr marL="342900">
              <a:spcAft>
                <a:spcPts val="1000"/>
              </a:spcAft>
            </a:pPr>
            <a:r>
              <a:rPr lang="en-US" sz="1900" dirty="0" smtClean="0">
                <a:latin typeface="Assistant" panose="020B0604020202020204" charset="-79"/>
                <a:cs typeface="Assistant" panose="020B0604020202020204" charset="-79"/>
              </a:rPr>
              <a:t>This </a:t>
            </a:r>
            <a:r>
              <a:rPr lang="en-US" sz="1900" dirty="0">
                <a:latin typeface="Assistant" panose="020B0604020202020204" charset="-79"/>
                <a:cs typeface="Assistant" panose="020B0604020202020204" charset="-79"/>
              </a:rPr>
              <a:t>was the largest decline within the Technology </a:t>
            </a:r>
            <a:r>
              <a:rPr lang="en-US" sz="1900" dirty="0" smtClean="0">
                <a:latin typeface="Assistant" panose="020B0604020202020204" charset="-79"/>
                <a:cs typeface="Assistant" panose="020B0604020202020204" charset="-79"/>
              </a:rPr>
              <a:t>category.</a:t>
            </a:r>
          </a:p>
          <a:p>
            <a:pPr marL="342900">
              <a:spcAft>
                <a:spcPts val="1000"/>
              </a:spcAft>
            </a:pPr>
            <a:r>
              <a:rPr lang="en-US" sz="1900" dirty="0" smtClean="0">
                <a:latin typeface="Assistant" panose="020B0604020202020204" charset="-79"/>
                <a:cs typeface="Assistant" panose="020B0604020202020204" charset="-79"/>
              </a:rPr>
              <a:t>The </a:t>
            </a:r>
            <a:r>
              <a:rPr lang="en-US" sz="1900" dirty="0">
                <a:latin typeface="Assistant" panose="020B0604020202020204" charset="-79"/>
                <a:cs typeface="Assistant" panose="020B0604020202020204" charset="-79"/>
              </a:rPr>
              <a:t>sharp reduction in Machines sales was a major contributor to the overall sales decline in the South region.</a:t>
            </a:r>
            <a:endParaRPr lang="en-US" sz="1900" dirty="0">
              <a:latin typeface="Assistant" panose="020B0604020202020204" charset="-79"/>
              <a:cs typeface="Assistant" panose="020B0604020202020204" charset="-79"/>
            </a:endParaRPr>
          </a:p>
        </p:txBody>
      </p:sp>
      <p:sp>
        <p:nvSpPr>
          <p:cNvPr id="193" name="Google Shape;193;p26"/>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12</a:t>
            </a:fld>
            <a:endParaRPr/>
          </a:p>
        </p:txBody>
      </p:sp>
      <p:grpSp>
        <p:nvGrpSpPr>
          <p:cNvPr id="194" name="Google Shape;194;p26"/>
          <p:cNvGrpSpPr/>
          <p:nvPr/>
        </p:nvGrpSpPr>
        <p:grpSpPr>
          <a:xfrm rot="2700000">
            <a:off x="7733853" y="4107045"/>
            <a:ext cx="807078" cy="867892"/>
            <a:chOff x="919500" y="1916075"/>
            <a:chExt cx="1067700" cy="867900"/>
          </a:xfrm>
        </p:grpSpPr>
        <p:sp>
          <p:nvSpPr>
            <p:cNvPr id="195" name="Google Shape;195;p26"/>
            <p:cNvSpPr/>
            <p:nvPr/>
          </p:nvSpPr>
          <p:spPr>
            <a:xfrm>
              <a:off x="919500" y="1992275"/>
              <a:ext cx="915300" cy="791700"/>
            </a:xfrm>
            <a:prstGeom prst="triangle">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1071900" y="1916075"/>
              <a:ext cx="915300" cy="791700"/>
            </a:xfrm>
            <a:prstGeom prst="triangle">
              <a:avLst>
                <a:gd name="adj"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9" name="Google Shape;228;p28"/>
          <p:cNvPicPr preferRelativeResize="0"/>
          <p:nvPr/>
        </p:nvPicPr>
        <p:blipFill>
          <a:blip r:embed="rId3">
            <a:alphaModFix/>
          </a:blip>
          <a:stretch>
            <a:fillRect/>
          </a:stretch>
        </p:blipFill>
        <p:spPr>
          <a:xfrm>
            <a:off x="311700" y="1110343"/>
            <a:ext cx="5273376" cy="3437307"/>
          </a:xfrm>
          <a:prstGeom prst="rect">
            <a:avLst/>
          </a:prstGeom>
          <a:noFill/>
          <a:ln>
            <a:noFill/>
          </a:ln>
        </p:spPr>
      </p:pic>
    </p:spTree>
    <p:extLst>
      <p:ext uri="{BB962C8B-B14F-4D97-AF65-F5344CB8AC3E}">
        <p14:creationId xmlns:p14="http://schemas.microsoft.com/office/powerpoint/2010/main" val="1150875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9"/>
          <p:cNvSpPr txBox="1">
            <a:spLocks noGrp="1"/>
          </p:cNvSpPr>
          <p:nvPr>
            <p:ph type="title"/>
          </p:nvPr>
        </p:nvSpPr>
        <p:spPr>
          <a:xfrm>
            <a:off x="311700" y="342900"/>
            <a:ext cx="8147100" cy="5727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a:t>Conclusion</a:t>
            </a:r>
            <a:endParaRPr b="1">
              <a:latin typeface="Assistant"/>
              <a:ea typeface="Assistant"/>
              <a:cs typeface="Assistant"/>
              <a:sym typeface="Assistant"/>
            </a:endParaRPr>
          </a:p>
        </p:txBody>
      </p:sp>
      <p:sp>
        <p:nvSpPr>
          <p:cNvPr id="234" name="Google Shape;234;p29"/>
          <p:cNvSpPr txBox="1">
            <a:spLocks noGrp="1"/>
          </p:cNvSpPr>
          <p:nvPr>
            <p:ph type="body" idx="1"/>
          </p:nvPr>
        </p:nvSpPr>
        <p:spPr>
          <a:xfrm>
            <a:off x="311700" y="915600"/>
            <a:ext cx="7852116" cy="3747600"/>
          </a:xfrm>
          <a:prstGeom prst="rect">
            <a:avLst/>
          </a:prstGeom>
        </p:spPr>
        <p:txBody>
          <a:bodyPr spcFirstLastPara="1" wrap="square" lIns="91425" tIns="91425" rIns="91425" bIns="91425" anchor="t" anchorCtr="0">
            <a:normAutofit/>
          </a:bodyPr>
          <a:lstStyle/>
          <a:p>
            <a:pPr lvl="0" indent="-355600">
              <a:buSzPts val="2000"/>
              <a:buFont typeface="Assistant SemiBold"/>
              <a:buChar char="●"/>
            </a:pPr>
            <a:r>
              <a:rPr lang="en-US" sz="1600" dirty="0"/>
              <a:t>The analysis identified a significant decline in sales during 2016, primarily driven by the South region. </a:t>
            </a:r>
            <a:endParaRPr lang="en-US" sz="1600" dirty="0" smtClean="0"/>
          </a:p>
          <a:p>
            <a:pPr lvl="0" indent="-355600">
              <a:spcBef>
                <a:spcPts val="1000"/>
              </a:spcBef>
              <a:buSzPts val="2000"/>
              <a:buFont typeface="Assistant SemiBold"/>
              <a:buChar char="●"/>
            </a:pPr>
            <a:r>
              <a:rPr lang="en-US" sz="1600" dirty="0"/>
              <a:t>The 2016 sales downturn was primarily driven by weak performance in the South region, particularly within the Technology category. The sharp decline in Machines sales emerged as the key factor behind the overall decrease in revenue, making it the most critical area for further investigation and business improvement. </a:t>
            </a:r>
            <a:r>
              <a:rPr lang="en" sz="1600" dirty="0" smtClean="0">
                <a:latin typeface="Assistant SemiBold"/>
                <a:ea typeface="Assistant SemiBold"/>
                <a:cs typeface="Assistant SemiBold"/>
                <a:sym typeface="Assistant SemiBold"/>
              </a:rPr>
              <a:t>This </a:t>
            </a:r>
            <a:r>
              <a:rPr lang="en" sz="1600" dirty="0">
                <a:latin typeface="Assistant SemiBold"/>
                <a:ea typeface="Assistant SemiBold"/>
                <a:cs typeface="Assistant SemiBold"/>
                <a:sym typeface="Assistant SemiBold"/>
              </a:rPr>
              <a:t>decline may be driven by a shift toward lower-value purchases, </a:t>
            </a:r>
            <a:r>
              <a:rPr lang="en" sz="1600" dirty="0" smtClean="0">
                <a:latin typeface="Assistant SemiBold"/>
                <a:ea typeface="Assistant SemiBold"/>
                <a:cs typeface="Assistant SemiBold"/>
                <a:sym typeface="Assistant SemiBold"/>
              </a:rPr>
              <a:t>lower orders in south region impacting </a:t>
            </a:r>
            <a:r>
              <a:rPr lang="en" sz="1600" dirty="0">
                <a:latin typeface="Assistant SemiBold"/>
                <a:ea typeface="Assistant SemiBold"/>
                <a:cs typeface="Assistant SemiBold"/>
                <a:sym typeface="Assistant SemiBold"/>
              </a:rPr>
              <a:t>overall revenue growth. </a:t>
            </a:r>
            <a:endParaRPr sz="1600" dirty="0">
              <a:latin typeface="Assistant SemiBold"/>
              <a:ea typeface="Assistant SemiBold"/>
              <a:cs typeface="Assistant SemiBold"/>
              <a:sym typeface="Assistant SemiBold"/>
            </a:endParaRPr>
          </a:p>
        </p:txBody>
      </p:sp>
      <p:sp>
        <p:nvSpPr>
          <p:cNvPr id="235" name="Google Shape;235;p29"/>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13</a:t>
            </a:fld>
            <a:endParaRPr/>
          </a:p>
        </p:txBody>
      </p:sp>
      <p:grpSp>
        <p:nvGrpSpPr>
          <p:cNvPr id="236" name="Google Shape;236;p29"/>
          <p:cNvGrpSpPr/>
          <p:nvPr/>
        </p:nvGrpSpPr>
        <p:grpSpPr>
          <a:xfrm>
            <a:off x="311661" y="3944677"/>
            <a:ext cx="718488" cy="718488"/>
            <a:chOff x="3717325" y="2137000"/>
            <a:chExt cx="1104178" cy="1104176"/>
          </a:xfrm>
        </p:grpSpPr>
        <p:sp>
          <p:nvSpPr>
            <p:cNvPr id="237" name="Google Shape;237;p29"/>
            <p:cNvSpPr/>
            <p:nvPr/>
          </p:nvSpPr>
          <p:spPr>
            <a:xfrm>
              <a:off x="3717325" y="2238576"/>
              <a:ext cx="1002600" cy="10026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9"/>
            <p:cNvSpPr/>
            <p:nvPr/>
          </p:nvSpPr>
          <p:spPr>
            <a:xfrm>
              <a:off x="3818903" y="2137000"/>
              <a:ext cx="1002600" cy="1002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29"/>
          <p:cNvGrpSpPr/>
          <p:nvPr/>
        </p:nvGrpSpPr>
        <p:grpSpPr>
          <a:xfrm rot="10800000">
            <a:off x="7992777" y="2669460"/>
            <a:ext cx="839526" cy="1104176"/>
            <a:chOff x="4185575" y="3320360"/>
            <a:chExt cx="1104178" cy="1104176"/>
          </a:xfrm>
        </p:grpSpPr>
        <p:sp>
          <p:nvSpPr>
            <p:cNvPr id="240" name="Google Shape;240;p29"/>
            <p:cNvSpPr/>
            <p:nvPr/>
          </p:nvSpPr>
          <p:spPr>
            <a:xfrm>
              <a:off x="4185575" y="3421936"/>
              <a:ext cx="1002600" cy="10026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9"/>
            <p:cNvSpPr/>
            <p:nvPr/>
          </p:nvSpPr>
          <p:spPr>
            <a:xfrm>
              <a:off x="4287153" y="3320360"/>
              <a:ext cx="1002600" cy="1002600"/>
            </a:xfrm>
            <a:prstGeom prst="ellipse">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30"/>
          <p:cNvSpPr txBox="1">
            <a:spLocks noGrp="1"/>
          </p:cNvSpPr>
          <p:nvPr>
            <p:ph type="sldNum" idx="12"/>
          </p:nvPr>
        </p:nvSpPr>
        <p:spPr>
          <a:xfrm>
            <a:off x="8466613" y="4762672"/>
            <a:ext cx="365700" cy="2742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
              <a:t>14</a:t>
            </a:fld>
            <a:endParaRPr/>
          </a:p>
        </p:txBody>
      </p:sp>
      <p:sp>
        <p:nvSpPr>
          <p:cNvPr id="247" name="Google Shape;247;p30"/>
          <p:cNvSpPr txBox="1">
            <a:spLocks noGrp="1"/>
          </p:cNvSpPr>
          <p:nvPr>
            <p:ph type="body" idx="4294967295"/>
          </p:nvPr>
        </p:nvSpPr>
        <p:spPr>
          <a:xfrm>
            <a:off x="1596900" y="2586975"/>
            <a:ext cx="5767500" cy="1455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400" b="1"/>
              <a:t>Contact</a:t>
            </a:r>
            <a:endParaRPr sz="1400" b="1"/>
          </a:p>
          <a:p>
            <a:pPr marL="0" lvl="0" indent="0" algn="l" rtl="0">
              <a:spcBef>
                <a:spcPts val="1000"/>
              </a:spcBef>
              <a:spcAft>
                <a:spcPts val="1000"/>
              </a:spcAft>
              <a:buNone/>
            </a:pPr>
            <a:r>
              <a:rPr lang="en" sz="1400"/>
              <a:t>Meghana Suresha</a:t>
            </a:r>
            <a:br>
              <a:rPr lang="en" sz="1400"/>
            </a:br>
            <a:r>
              <a:rPr lang="en" sz="1400"/>
              <a:t>meghanamegha0610@gmail.com</a:t>
            </a:r>
            <a:endParaRPr sz="1400"/>
          </a:p>
        </p:txBody>
      </p:sp>
      <p:sp>
        <p:nvSpPr>
          <p:cNvPr id="248" name="Google Shape;248;p30"/>
          <p:cNvSpPr txBox="1">
            <a:spLocks noGrp="1"/>
          </p:cNvSpPr>
          <p:nvPr>
            <p:ph type="title"/>
          </p:nvPr>
        </p:nvSpPr>
        <p:spPr>
          <a:xfrm>
            <a:off x="311700" y="342900"/>
            <a:ext cx="8100000" cy="20940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Thanks a lot!</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D5D5D"/>
      </a:dk2>
      <a:lt2>
        <a:srgbClr val="DADADA"/>
      </a:lt2>
      <a:accent1>
        <a:srgbClr val="58ADC5"/>
      </a:accent1>
      <a:accent2>
        <a:srgbClr val="8AC6D6"/>
      </a:accent2>
      <a:accent3>
        <a:srgbClr val="CDE6EE"/>
      </a:accent3>
      <a:accent4>
        <a:srgbClr val="EA5B25"/>
      </a:accent4>
      <a:accent5>
        <a:srgbClr val="F08C66"/>
      </a:accent5>
      <a:accent6>
        <a:srgbClr val="F9CEBE"/>
      </a:accent6>
      <a:hlink>
        <a:srgbClr val="58ADC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184</TotalTime>
  <Words>510</Words>
  <Application>Microsoft Office PowerPoint</Application>
  <PresentationFormat>On-screen Show (16:9)</PresentationFormat>
  <Paragraphs>72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Assistant SemiBold</vt:lpstr>
      <vt:lpstr>Assistant</vt:lpstr>
      <vt:lpstr>Simple Light</vt:lpstr>
      <vt:lpstr>ANALYSIS of SALES DATA</vt:lpstr>
      <vt:lpstr> Data Source:        Dataset                   : Superstore Sales Dataset(from kaggle)         Period Covered    : 2015 -2018          Region Analyzed  : South          Analysis Focus      : Sales performance in 2016  </vt:lpstr>
      <vt:lpstr>The motivation behind this analysis is to examine sales data to uncover trends, identify underperforming regions and categories, and support data-driven decision-making for improving business performance.</vt:lpstr>
      <vt:lpstr>Problem Statement Sales in the South region decreased in 2016.This analysis aims to determine the category responsible for the decline and identify the key drivers behind the reduced sales performance.</vt:lpstr>
      <vt:lpstr>Yearly sales analysis</vt:lpstr>
      <vt:lpstr>orders analysis</vt:lpstr>
      <vt:lpstr>Yearly sales analysis</vt:lpstr>
      <vt:lpstr>Regional sales analysis</vt:lpstr>
      <vt:lpstr>Orders by region analysis</vt:lpstr>
      <vt:lpstr>South region order analysis by category</vt:lpstr>
      <vt:lpstr>South regional sales analysis by category</vt:lpstr>
      <vt:lpstr>South region sales analysis by sub category</vt:lpstr>
      <vt:lpstr>Conclusion</vt:lpstr>
      <vt:lpstr>Thanks a lot!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SALES DATA</dc:title>
  <cp:lastModifiedBy>ReDI User</cp:lastModifiedBy>
  <cp:revision>17</cp:revision>
  <dcterms:modified xsi:type="dcterms:W3CDTF">2026-05-30T23:19:19Z</dcterms:modified>
</cp:coreProperties>
</file>